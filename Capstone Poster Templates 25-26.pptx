
<file path=[Content_Types].xml><?xml version="1.0" encoding="utf-8"?>
<Types xmlns="http://schemas.openxmlformats.org/package/2006/content-types">
  <Default Extension="fntdata" ContentType="application/x-fontdata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59" r:id="rId1"/>
  </p:sldMasterIdLst>
  <p:notesMasterIdLst>
    <p:notesMasterId r:id="rId4"/>
  </p:notesMasterIdLst>
  <p:sldIdLst>
    <p:sldId id="256" r:id="rId2"/>
    <p:sldId id="259" r:id="rId3"/>
  </p:sldIdLst>
  <p:sldSz cx="43891200" cy="32918400"/>
  <p:notesSz cx="7102475" cy="9388475"/>
  <p:embeddedFontLst>
    <p:embeddedFont>
      <p:font typeface="Roboto" panose="02000000000000000000" pitchFamily="2" charset="0"/>
      <p:regular r:id="rId5"/>
      <p:bold r:id="rId6"/>
      <p:italic r:id="rId7"/>
      <p:boldItalic r:id="rId8"/>
    </p:embeddedFont>
    <p:embeddedFont>
      <p:font typeface="Roboto Condensed ExtraBold" panose="020B0604020202020204" charset="0"/>
      <p:regular r:id="rId9"/>
      <p:bold r:id="rId10"/>
      <p:italic r:id="rId11"/>
      <p:boldItalic r:id="rId12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>
        <p15:guide id="1" orient="horz" pos="1224">
          <p15:clr>
            <a:srgbClr val="747775"/>
          </p15:clr>
        </p15:guide>
        <p15:guide id="2" pos="24336">
          <p15:clr>
            <a:srgbClr val="747775"/>
          </p15:clr>
        </p15:guide>
        <p15:guide id="3" pos="24624">
          <p15:clr>
            <a:srgbClr val="747775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B6CE303D-6B7C-4806-AE57-4B232086ED5A}" v="6" dt="2025-11-13T17:45:35.215"/>
    <p1510:client id="{C4815F6D-1D4B-4F27-9EE3-D2A37B638CF1}" v="77" dt="2025-11-13T17:42:49.377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11"/>
    <p:restoredTop sz="94692"/>
  </p:normalViewPr>
  <p:slideViewPr>
    <p:cSldViewPr snapToGrid="0">
      <p:cViewPr>
        <p:scale>
          <a:sx n="10" d="100"/>
          <a:sy n="10" d="100"/>
        </p:scale>
        <p:origin x="2100" y="504"/>
      </p:cViewPr>
      <p:guideLst>
        <p:guide orient="horz" pos="1224"/>
        <p:guide pos="24336"/>
        <p:guide pos="24624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font" Target="fonts/font4.fntdata"/><Relationship Id="rId13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font" Target="fonts/font3.fntdata"/><Relationship Id="rId12" Type="http://schemas.openxmlformats.org/officeDocument/2006/relationships/font" Target="fonts/font8.fntdata"/><Relationship Id="rId17" Type="http://schemas.microsoft.com/office/2015/10/relationships/revisionInfo" Target="revisionInfo.xml"/><Relationship Id="rId2" Type="http://schemas.openxmlformats.org/officeDocument/2006/relationships/slide" Target="slides/slide1.xml"/><Relationship Id="rId16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font" Target="fonts/font2.fntdata"/><Relationship Id="rId11" Type="http://schemas.openxmlformats.org/officeDocument/2006/relationships/font" Target="fonts/font7.fntdata"/><Relationship Id="rId5" Type="http://schemas.openxmlformats.org/officeDocument/2006/relationships/font" Target="fonts/font1.fntdata"/><Relationship Id="rId15" Type="http://schemas.openxmlformats.org/officeDocument/2006/relationships/theme" Target="theme/theme1.xml"/><Relationship Id="rId10" Type="http://schemas.openxmlformats.org/officeDocument/2006/relationships/font" Target="fonts/font6.fntdata"/><Relationship Id="rId4" Type="http://schemas.openxmlformats.org/officeDocument/2006/relationships/notesMaster" Target="notesMasters/notesMaster1.xml"/><Relationship Id="rId9" Type="http://schemas.openxmlformats.org/officeDocument/2006/relationships/font" Target="fonts/font5.fntdata"/><Relationship Id="rId14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1204913" y="704850"/>
            <a:ext cx="4694237" cy="3519488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710248" y="4459526"/>
            <a:ext cx="5681980" cy="422481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4213" tIns="94213" rIns="94213" bIns="94213" anchor="t" anchorCtr="0">
            <a:noAutofit/>
          </a:bodyPr>
          <a:lstStyle>
            <a:lvl1pPr marL="457200" lvl="0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g38c7d51fe05_0_21:notes"/>
          <p:cNvSpPr>
            <a:spLocks noGrp="1" noRot="1" noChangeAspect="1"/>
          </p:cNvSpPr>
          <p:nvPr>
            <p:ph type="sldImg" idx="2"/>
          </p:nvPr>
        </p:nvSpPr>
        <p:spPr>
          <a:xfrm>
            <a:off x="1204913" y="704850"/>
            <a:ext cx="4692650" cy="3519488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2" name="Google Shape;52;g38c7d51fe05_0_21:notes"/>
          <p:cNvSpPr txBox="1">
            <a:spLocks noGrp="1"/>
          </p:cNvSpPr>
          <p:nvPr>
            <p:ph type="body" idx="1"/>
          </p:nvPr>
        </p:nvSpPr>
        <p:spPr>
          <a:xfrm>
            <a:off x="710248" y="4459526"/>
            <a:ext cx="5681980" cy="4224814"/>
          </a:xfrm>
          <a:prstGeom prst="rect">
            <a:avLst/>
          </a:prstGeom>
        </p:spPr>
        <p:txBody>
          <a:bodyPr spcFirstLastPara="1" wrap="square" lIns="94213" tIns="94213" rIns="94213" bIns="94213" anchor="t" anchorCtr="0">
            <a:noAutofit/>
          </a:bodyPr>
          <a:lstStyle/>
          <a:p>
            <a:pPr marL="0" indent="0">
              <a:buNone/>
            </a:pP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" name="Google Shape;68;g38c7d51fe05_0_6:notes"/>
          <p:cNvSpPr>
            <a:spLocks noGrp="1" noRot="1" noChangeAspect="1"/>
          </p:cNvSpPr>
          <p:nvPr>
            <p:ph type="sldImg" idx="2"/>
          </p:nvPr>
        </p:nvSpPr>
        <p:spPr>
          <a:xfrm>
            <a:off x="1204913" y="704850"/>
            <a:ext cx="4692650" cy="3519488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9" name="Google Shape;69;g38c7d51fe05_0_6:notes"/>
          <p:cNvSpPr txBox="1">
            <a:spLocks noGrp="1"/>
          </p:cNvSpPr>
          <p:nvPr>
            <p:ph type="body" idx="1"/>
          </p:nvPr>
        </p:nvSpPr>
        <p:spPr>
          <a:xfrm>
            <a:off x="710248" y="4459526"/>
            <a:ext cx="5681980" cy="4224814"/>
          </a:xfrm>
          <a:prstGeom prst="rect">
            <a:avLst/>
          </a:prstGeom>
        </p:spPr>
        <p:txBody>
          <a:bodyPr spcFirstLastPara="1" wrap="square" lIns="94213" tIns="94213" rIns="94213" bIns="94213" anchor="t" anchorCtr="0">
            <a:noAutofit/>
          </a:bodyPr>
          <a:lstStyle/>
          <a:p>
            <a:pPr marL="0" indent="0">
              <a:buNone/>
            </a:pP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SECTION_HEADER">
    <p:spTree>
      <p:nvGrpSpPr>
        <p:cNvPr id="1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>
            <a:spLocks noGrp="1"/>
          </p:cNvSpPr>
          <p:nvPr>
            <p:ph type="title"/>
          </p:nvPr>
        </p:nvSpPr>
        <p:spPr>
          <a:xfrm>
            <a:off x="1496160" y="13765440"/>
            <a:ext cx="40899000" cy="5387400"/>
          </a:xfrm>
          <a:prstGeom prst="rect">
            <a:avLst/>
          </a:prstGeom>
        </p:spPr>
        <p:txBody>
          <a:bodyPr spcFirstLastPara="1" wrap="square" lIns="487600" tIns="487600" rIns="487600" bIns="487600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9200"/>
              <a:buNone/>
              <a:defRPr sz="19200"/>
            </a:lvl1pPr>
            <a:lvl2pPr lvl="1" algn="ctr">
              <a:spcBef>
                <a:spcPts val="0"/>
              </a:spcBef>
              <a:spcAft>
                <a:spcPts val="0"/>
              </a:spcAft>
              <a:buSzPts val="19200"/>
              <a:buNone/>
              <a:defRPr sz="19200"/>
            </a:lvl2pPr>
            <a:lvl3pPr lvl="2" algn="ctr">
              <a:spcBef>
                <a:spcPts val="0"/>
              </a:spcBef>
              <a:spcAft>
                <a:spcPts val="0"/>
              </a:spcAft>
              <a:buSzPts val="19200"/>
              <a:buNone/>
              <a:defRPr sz="19200"/>
            </a:lvl3pPr>
            <a:lvl4pPr lvl="3" algn="ctr">
              <a:spcBef>
                <a:spcPts val="0"/>
              </a:spcBef>
              <a:spcAft>
                <a:spcPts val="0"/>
              </a:spcAft>
              <a:buSzPts val="19200"/>
              <a:buNone/>
              <a:defRPr sz="19200"/>
            </a:lvl4pPr>
            <a:lvl5pPr lvl="4" algn="ctr">
              <a:spcBef>
                <a:spcPts val="0"/>
              </a:spcBef>
              <a:spcAft>
                <a:spcPts val="0"/>
              </a:spcAft>
              <a:buSzPts val="19200"/>
              <a:buNone/>
              <a:defRPr sz="19200"/>
            </a:lvl5pPr>
            <a:lvl6pPr lvl="5" algn="ctr">
              <a:spcBef>
                <a:spcPts val="0"/>
              </a:spcBef>
              <a:spcAft>
                <a:spcPts val="0"/>
              </a:spcAft>
              <a:buSzPts val="19200"/>
              <a:buNone/>
              <a:defRPr sz="19200"/>
            </a:lvl6pPr>
            <a:lvl7pPr lvl="6" algn="ctr">
              <a:spcBef>
                <a:spcPts val="0"/>
              </a:spcBef>
              <a:spcAft>
                <a:spcPts val="0"/>
              </a:spcAft>
              <a:buSzPts val="19200"/>
              <a:buNone/>
              <a:defRPr sz="19200"/>
            </a:lvl7pPr>
            <a:lvl8pPr lvl="7" algn="ctr">
              <a:spcBef>
                <a:spcPts val="0"/>
              </a:spcBef>
              <a:spcAft>
                <a:spcPts val="0"/>
              </a:spcAft>
              <a:buSzPts val="19200"/>
              <a:buNone/>
              <a:defRPr sz="19200"/>
            </a:lvl8pPr>
            <a:lvl9pPr lvl="8" algn="ctr">
              <a:spcBef>
                <a:spcPts val="0"/>
              </a:spcBef>
              <a:spcAft>
                <a:spcPts val="0"/>
              </a:spcAft>
              <a:buSzPts val="19200"/>
              <a:buNone/>
              <a:defRPr sz="19200"/>
            </a:lvl9pPr>
          </a:lstStyle>
          <a:p>
            <a:endParaRPr/>
          </a:p>
        </p:txBody>
      </p:sp>
      <p:sp>
        <p:nvSpPr>
          <p:cNvPr id="15" name="Google Shape;15;p3"/>
          <p:cNvSpPr txBox="1">
            <a:spLocks noGrp="1"/>
          </p:cNvSpPr>
          <p:nvPr>
            <p:ph type="sldNum" idx="12"/>
          </p:nvPr>
        </p:nvSpPr>
        <p:spPr>
          <a:xfrm>
            <a:off x="40667798" y="29844588"/>
            <a:ext cx="2633700" cy="2519100"/>
          </a:xfrm>
          <a:prstGeom prst="rect">
            <a:avLst/>
          </a:prstGeom>
        </p:spPr>
        <p:txBody>
          <a:bodyPr spcFirstLastPara="1" wrap="square" lIns="487600" tIns="487600" rIns="487600" bIns="487600" anchor="ctr" anchorCtr="0">
            <a:normAutofit/>
          </a:bodyPr>
          <a:lstStyle>
            <a:lvl1pPr lvl="0">
              <a:buNone/>
              <a:defRPr sz="5333"/>
            </a:lvl1pPr>
            <a:lvl2pPr lvl="1">
              <a:buNone/>
              <a:defRPr sz="5333"/>
            </a:lvl2pPr>
            <a:lvl3pPr lvl="2">
              <a:buNone/>
              <a:defRPr sz="5333"/>
            </a:lvl3pPr>
            <a:lvl4pPr lvl="3">
              <a:buNone/>
              <a:defRPr sz="5333"/>
            </a:lvl4pPr>
            <a:lvl5pPr lvl="4">
              <a:buNone/>
              <a:defRPr sz="5333"/>
            </a:lvl5pPr>
            <a:lvl6pPr lvl="5">
              <a:buNone/>
              <a:defRPr sz="5333"/>
            </a:lvl6pPr>
            <a:lvl7pPr lvl="6">
              <a:buNone/>
              <a:defRPr sz="5333"/>
            </a:lvl7pPr>
            <a:lvl8pPr lvl="7">
              <a:buNone/>
              <a:defRPr sz="5333"/>
            </a:lvl8pPr>
            <a:lvl9pPr lvl="8">
              <a:buNone/>
              <a:defRPr sz="5333"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body" type="tx">
  <p:cSld name="TITLE_AND_BODY">
    <p:spTree>
      <p:nvGrpSpPr>
        <p:cNvPr id="1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4"/>
          <p:cNvSpPr txBox="1">
            <a:spLocks noGrp="1"/>
          </p:cNvSpPr>
          <p:nvPr>
            <p:ph type="title"/>
          </p:nvPr>
        </p:nvSpPr>
        <p:spPr>
          <a:xfrm>
            <a:off x="1496160" y="2848160"/>
            <a:ext cx="40899000" cy="3665400"/>
          </a:xfrm>
          <a:prstGeom prst="rect">
            <a:avLst/>
          </a:prstGeom>
        </p:spPr>
        <p:txBody>
          <a:bodyPr spcFirstLastPara="1" wrap="square" lIns="487600" tIns="487600" rIns="487600" bIns="487600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14933"/>
              <a:buNone/>
              <a:defRPr sz="14933"/>
            </a:lvl1pPr>
            <a:lvl2pPr lvl="1">
              <a:spcBef>
                <a:spcPts val="0"/>
              </a:spcBef>
              <a:spcAft>
                <a:spcPts val="0"/>
              </a:spcAft>
              <a:buSzPts val="14933"/>
              <a:buNone/>
              <a:defRPr sz="14933"/>
            </a:lvl2pPr>
            <a:lvl3pPr lvl="2">
              <a:spcBef>
                <a:spcPts val="0"/>
              </a:spcBef>
              <a:spcAft>
                <a:spcPts val="0"/>
              </a:spcAft>
              <a:buSzPts val="14933"/>
              <a:buNone/>
              <a:defRPr sz="14933"/>
            </a:lvl3pPr>
            <a:lvl4pPr lvl="3">
              <a:spcBef>
                <a:spcPts val="0"/>
              </a:spcBef>
              <a:spcAft>
                <a:spcPts val="0"/>
              </a:spcAft>
              <a:buSzPts val="14933"/>
              <a:buNone/>
              <a:defRPr sz="14933"/>
            </a:lvl4pPr>
            <a:lvl5pPr lvl="4">
              <a:spcBef>
                <a:spcPts val="0"/>
              </a:spcBef>
              <a:spcAft>
                <a:spcPts val="0"/>
              </a:spcAft>
              <a:buSzPts val="14933"/>
              <a:buNone/>
              <a:defRPr sz="14933"/>
            </a:lvl5pPr>
            <a:lvl6pPr lvl="5">
              <a:spcBef>
                <a:spcPts val="0"/>
              </a:spcBef>
              <a:spcAft>
                <a:spcPts val="0"/>
              </a:spcAft>
              <a:buSzPts val="14933"/>
              <a:buNone/>
              <a:defRPr sz="14933"/>
            </a:lvl6pPr>
            <a:lvl7pPr lvl="6">
              <a:spcBef>
                <a:spcPts val="0"/>
              </a:spcBef>
              <a:spcAft>
                <a:spcPts val="0"/>
              </a:spcAft>
              <a:buSzPts val="14933"/>
              <a:buNone/>
              <a:defRPr sz="14933"/>
            </a:lvl7pPr>
            <a:lvl8pPr lvl="7">
              <a:spcBef>
                <a:spcPts val="0"/>
              </a:spcBef>
              <a:spcAft>
                <a:spcPts val="0"/>
              </a:spcAft>
              <a:buSzPts val="14933"/>
              <a:buNone/>
              <a:defRPr sz="14933"/>
            </a:lvl8pPr>
            <a:lvl9pPr lvl="8">
              <a:spcBef>
                <a:spcPts val="0"/>
              </a:spcBef>
              <a:spcAft>
                <a:spcPts val="0"/>
              </a:spcAft>
              <a:buSzPts val="14933"/>
              <a:buNone/>
              <a:defRPr sz="14933"/>
            </a:lvl9pPr>
          </a:lstStyle>
          <a:p>
            <a:endParaRPr/>
          </a:p>
        </p:txBody>
      </p:sp>
      <p:sp>
        <p:nvSpPr>
          <p:cNvPr id="18" name="Google Shape;18;p4"/>
          <p:cNvSpPr txBox="1">
            <a:spLocks noGrp="1"/>
          </p:cNvSpPr>
          <p:nvPr>
            <p:ph type="body" idx="1"/>
          </p:nvPr>
        </p:nvSpPr>
        <p:spPr>
          <a:xfrm>
            <a:off x="1496160" y="7375840"/>
            <a:ext cx="40899000" cy="21864900"/>
          </a:xfrm>
          <a:prstGeom prst="rect">
            <a:avLst/>
          </a:prstGeom>
        </p:spPr>
        <p:txBody>
          <a:bodyPr spcFirstLastPara="1" wrap="square" lIns="487600" tIns="487600" rIns="487600" bIns="487600" anchor="t" anchorCtr="0">
            <a:normAutofit/>
          </a:bodyPr>
          <a:lstStyle>
            <a:lvl1pPr marL="457200" lvl="0" indent="-838200">
              <a:spcBef>
                <a:spcPts val="0"/>
              </a:spcBef>
              <a:spcAft>
                <a:spcPts val="0"/>
              </a:spcAft>
              <a:buSzPts val="9600"/>
              <a:buChar char="●"/>
              <a:defRPr sz="9600"/>
            </a:lvl1pPr>
            <a:lvl2pPr marL="914400" lvl="1" indent="-702733">
              <a:spcBef>
                <a:spcPts val="0"/>
              </a:spcBef>
              <a:spcAft>
                <a:spcPts val="0"/>
              </a:spcAft>
              <a:buSzPts val="7467"/>
              <a:buChar char="○"/>
              <a:defRPr sz="7466"/>
            </a:lvl2pPr>
            <a:lvl3pPr marL="1371600" lvl="2" indent="-702733">
              <a:spcBef>
                <a:spcPts val="0"/>
              </a:spcBef>
              <a:spcAft>
                <a:spcPts val="0"/>
              </a:spcAft>
              <a:buSzPts val="7467"/>
              <a:buChar char="■"/>
              <a:defRPr sz="7466"/>
            </a:lvl3pPr>
            <a:lvl4pPr marL="1828800" lvl="3" indent="-702733">
              <a:spcBef>
                <a:spcPts val="0"/>
              </a:spcBef>
              <a:spcAft>
                <a:spcPts val="0"/>
              </a:spcAft>
              <a:buSzPts val="7467"/>
              <a:buChar char="●"/>
              <a:defRPr sz="7466"/>
            </a:lvl4pPr>
            <a:lvl5pPr marL="2286000" lvl="4" indent="-702733">
              <a:spcBef>
                <a:spcPts val="0"/>
              </a:spcBef>
              <a:spcAft>
                <a:spcPts val="0"/>
              </a:spcAft>
              <a:buSzPts val="7467"/>
              <a:buChar char="○"/>
              <a:defRPr sz="7466"/>
            </a:lvl5pPr>
            <a:lvl6pPr marL="2743200" lvl="5" indent="-702733">
              <a:spcBef>
                <a:spcPts val="0"/>
              </a:spcBef>
              <a:spcAft>
                <a:spcPts val="0"/>
              </a:spcAft>
              <a:buSzPts val="7467"/>
              <a:buChar char="■"/>
              <a:defRPr sz="7466"/>
            </a:lvl6pPr>
            <a:lvl7pPr marL="3200400" lvl="6" indent="-702733">
              <a:spcBef>
                <a:spcPts val="0"/>
              </a:spcBef>
              <a:spcAft>
                <a:spcPts val="0"/>
              </a:spcAft>
              <a:buSzPts val="7467"/>
              <a:buChar char="●"/>
              <a:defRPr sz="7466"/>
            </a:lvl7pPr>
            <a:lvl8pPr marL="3657600" lvl="7" indent="-702733">
              <a:spcBef>
                <a:spcPts val="0"/>
              </a:spcBef>
              <a:spcAft>
                <a:spcPts val="0"/>
              </a:spcAft>
              <a:buSzPts val="7467"/>
              <a:buChar char="○"/>
              <a:defRPr sz="7466"/>
            </a:lvl8pPr>
            <a:lvl9pPr marL="4114800" lvl="8" indent="-702733">
              <a:spcBef>
                <a:spcPts val="0"/>
              </a:spcBef>
              <a:spcAft>
                <a:spcPts val="0"/>
              </a:spcAft>
              <a:buSzPts val="7467"/>
              <a:buChar char="■"/>
              <a:defRPr sz="7466"/>
            </a:lvl9pPr>
          </a:lstStyle>
          <a:p>
            <a:endParaRPr/>
          </a:p>
        </p:txBody>
      </p:sp>
      <p:sp>
        <p:nvSpPr>
          <p:cNvPr id="19" name="Google Shape;19;p4"/>
          <p:cNvSpPr txBox="1">
            <a:spLocks noGrp="1"/>
          </p:cNvSpPr>
          <p:nvPr>
            <p:ph type="sldNum" idx="12"/>
          </p:nvPr>
        </p:nvSpPr>
        <p:spPr>
          <a:xfrm>
            <a:off x="40667798" y="29844588"/>
            <a:ext cx="2633700" cy="2519100"/>
          </a:xfrm>
          <a:prstGeom prst="rect">
            <a:avLst/>
          </a:prstGeom>
        </p:spPr>
        <p:txBody>
          <a:bodyPr spcFirstLastPara="1" wrap="square" lIns="487600" tIns="487600" rIns="487600" bIns="487600" anchor="ctr" anchorCtr="0">
            <a:normAutofit/>
          </a:bodyPr>
          <a:lstStyle>
            <a:lvl1pPr lvl="0">
              <a:buNone/>
              <a:defRPr sz="5333"/>
            </a:lvl1pPr>
            <a:lvl2pPr lvl="1">
              <a:buNone/>
              <a:defRPr sz="5333"/>
            </a:lvl2pPr>
            <a:lvl3pPr lvl="2">
              <a:buNone/>
              <a:defRPr sz="5333"/>
            </a:lvl3pPr>
            <a:lvl4pPr lvl="3">
              <a:buNone/>
              <a:defRPr sz="5333"/>
            </a:lvl4pPr>
            <a:lvl5pPr lvl="4">
              <a:buNone/>
              <a:defRPr sz="5333"/>
            </a:lvl5pPr>
            <a:lvl6pPr lvl="5">
              <a:buNone/>
              <a:defRPr sz="5333"/>
            </a:lvl6pPr>
            <a:lvl7pPr lvl="6">
              <a:buNone/>
              <a:defRPr sz="5333"/>
            </a:lvl7pPr>
            <a:lvl8pPr lvl="7">
              <a:buNone/>
              <a:defRPr sz="5333"/>
            </a:lvl8pPr>
            <a:lvl9pPr lvl="8">
              <a:buNone/>
              <a:defRPr sz="5333"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wo columns" type="twoColTx">
  <p:cSld name="TITLE_AND_TWO_COLUMNS">
    <p:spTree>
      <p:nvGrpSpPr>
        <p:cNvPr id="1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>
            <a:spLocks noGrp="1"/>
          </p:cNvSpPr>
          <p:nvPr>
            <p:ph type="title"/>
          </p:nvPr>
        </p:nvSpPr>
        <p:spPr>
          <a:xfrm>
            <a:off x="1496160" y="2848160"/>
            <a:ext cx="40899000" cy="3665400"/>
          </a:xfrm>
          <a:prstGeom prst="rect">
            <a:avLst/>
          </a:prstGeom>
        </p:spPr>
        <p:txBody>
          <a:bodyPr spcFirstLastPara="1" wrap="square" lIns="487600" tIns="487600" rIns="487600" bIns="487600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14933"/>
              <a:buNone/>
              <a:defRPr sz="14933"/>
            </a:lvl1pPr>
            <a:lvl2pPr lvl="1">
              <a:spcBef>
                <a:spcPts val="0"/>
              </a:spcBef>
              <a:spcAft>
                <a:spcPts val="0"/>
              </a:spcAft>
              <a:buSzPts val="14933"/>
              <a:buNone/>
              <a:defRPr sz="14933"/>
            </a:lvl2pPr>
            <a:lvl3pPr lvl="2">
              <a:spcBef>
                <a:spcPts val="0"/>
              </a:spcBef>
              <a:spcAft>
                <a:spcPts val="0"/>
              </a:spcAft>
              <a:buSzPts val="14933"/>
              <a:buNone/>
              <a:defRPr sz="14933"/>
            </a:lvl3pPr>
            <a:lvl4pPr lvl="3">
              <a:spcBef>
                <a:spcPts val="0"/>
              </a:spcBef>
              <a:spcAft>
                <a:spcPts val="0"/>
              </a:spcAft>
              <a:buSzPts val="14933"/>
              <a:buNone/>
              <a:defRPr sz="14933"/>
            </a:lvl4pPr>
            <a:lvl5pPr lvl="4">
              <a:spcBef>
                <a:spcPts val="0"/>
              </a:spcBef>
              <a:spcAft>
                <a:spcPts val="0"/>
              </a:spcAft>
              <a:buSzPts val="14933"/>
              <a:buNone/>
              <a:defRPr sz="14933"/>
            </a:lvl5pPr>
            <a:lvl6pPr lvl="5">
              <a:spcBef>
                <a:spcPts val="0"/>
              </a:spcBef>
              <a:spcAft>
                <a:spcPts val="0"/>
              </a:spcAft>
              <a:buSzPts val="14933"/>
              <a:buNone/>
              <a:defRPr sz="14933"/>
            </a:lvl6pPr>
            <a:lvl7pPr lvl="6">
              <a:spcBef>
                <a:spcPts val="0"/>
              </a:spcBef>
              <a:spcAft>
                <a:spcPts val="0"/>
              </a:spcAft>
              <a:buSzPts val="14933"/>
              <a:buNone/>
              <a:defRPr sz="14933"/>
            </a:lvl7pPr>
            <a:lvl8pPr lvl="7">
              <a:spcBef>
                <a:spcPts val="0"/>
              </a:spcBef>
              <a:spcAft>
                <a:spcPts val="0"/>
              </a:spcAft>
              <a:buSzPts val="14933"/>
              <a:buNone/>
              <a:defRPr sz="14933"/>
            </a:lvl8pPr>
            <a:lvl9pPr lvl="8">
              <a:spcBef>
                <a:spcPts val="0"/>
              </a:spcBef>
              <a:spcAft>
                <a:spcPts val="0"/>
              </a:spcAft>
              <a:buSzPts val="14933"/>
              <a:buNone/>
              <a:defRPr sz="14933"/>
            </a:lvl9pPr>
          </a:lstStyle>
          <a:p>
            <a:endParaRPr/>
          </a:p>
        </p:txBody>
      </p:sp>
      <p:sp>
        <p:nvSpPr>
          <p:cNvPr id="22" name="Google Shape;22;p5"/>
          <p:cNvSpPr txBox="1">
            <a:spLocks noGrp="1"/>
          </p:cNvSpPr>
          <p:nvPr>
            <p:ph type="body" idx="1"/>
          </p:nvPr>
        </p:nvSpPr>
        <p:spPr>
          <a:xfrm>
            <a:off x="1496160" y="7375840"/>
            <a:ext cx="19199400" cy="21864900"/>
          </a:xfrm>
          <a:prstGeom prst="rect">
            <a:avLst/>
          </a:prstGeom>
        </p:spPr>
        <p:txBody>
          <a:bodyPr spcFirstLastPara="1" wrap="square" lIns="487600" tIns="487600" rIns="487600" bIns="487600" anchor="t" anchorCtr="0">
            <a:normAutofit/>
          </a:bodyPr>
          <a:lstStyle>
            <a:lvl1pPr marL="457200" lvl="0" indent="-702733">
              <a:spcBef>
                <a:spcPts val="0"/>
              </a:spcBef>
              <a:spcAft>
                <a:spcPts val="0"/>
              </a:spcAft>
              <a:buSzPts val="7467"/>
              <a:buChar char="●"/>
              <a:defRPr sz="7466"/>
            </a:lvl1pPr>
            <a:lvl2pPr marL="914400" lvl="1" indent="-635000">
              <a:spcBef>
                <a:spcPts val="0"/>
              </a:spcBef>
              <a:spcAft>
                <a:spcPts val="0"/>
              </a:spcAft>
              <a:buSzPts val="6400"/>
              <a:buChar char="○"/>
              <a:defRPr sz="6400"/>
            </a:lvl2pPr>
            <a:lvl3pPr marL="1371600" lvl="2" indent="-635000">
              <a:spcBef>
                <a:spcPts val="0"/>
              </a:spcBef>
              <a:spcAft>
                <a:spcPts val="0"/>
              </a:spcAft>
              <a:buSzPts val="6400"/>
              <a:buChar char="■"/>
              <a:defRPr sz="6400"/>
            </a:lvl3pPr>
            <a:lvl4pPr marL="1828800" lvl="3" indent="-635000">
              <a:spcBef>
                <a:spcPts val="0"/>
              </a:spcBef>
              <a:spcAft>
                <a:spcPts val="0"/>
              </a:spcAft>
              <a:buSzPts val="6400"/>
              <a:buChar char="●"/>
              <a:defRPr sz="6400"/>
            </a:lvl4pPr>
            <a:lvl5pPr marL="2286000" lvl="4" indent="-635000">
              <a:spcBef>
                <a:spcPts val="0"/>
              </a:spcBef>
              <a:spcAft>
                <a:spcPts val="0"/>
              </a:spcAft>
              <a:buSzPts val="6400"/>
              <a:buChar char="○"/>
              <a:defRPr sz="6400"/>
            </a:lvl5pPr>
            <a:lvl6pPr marL="2743200" lvl="5" indent="-635000">
              <a:spcBef>
                <a:spcPts val="0"/>
              </a:spcBef>
              <a:spcAft>
                <a:spcPts val="0"/>
              </a:spcAft>
              <a:buSzPts val="6400"/>
              <a:buChar char="■"/>
              <a:defRPr sz="6400"/>
            </a:lvl6pPr>
            <a:lvl7pPr marL="3200400" lvl="6" indent="-635000">
              <a:spcBef>
                <a:spcPts val="0"/>
              </a:spcBef>
              <a:spcAft>
                <a:spcPts val="0"/>
              </a:spcAft>
              <a:buSzPts val="6400"/>
              <a:buChar char="●"/>
              <a:defRPr sz="6400"/>
            </a:lvl7pPr>
            <a:lvl8pPr marL="3657600" lvl="7" indent="-635000">
              <a:spcBef>
                <a:spcPts val="0"/>
              </a:spcBef>
              <a:spcAft>
                <a:spcPts val="0"/>
              </a:spcAft>
              <a:buSzPts val="6400"/>
              <a:buChar char="○"/>
              <a:defRPr sz="6400"/>
            </a:lvl8pPr>
            <a:lvl9pPr marL="4114800" lvl="8" indent="-635000">
              <a:spcBef>
                <a:spcPts val="0"/>
              </a:spcBef>
              <a:spcAft>
                <a:spcPts val="0"/>
              </a:spcAft>
              <a:buSzPts val="6400"/>
              <a:buChar char="■"/>
              <a:defRPr sz="6400"/>
            </a:lvl9pPr>
          </a:lstStyle>
          <a:p>
            <a:endParaRPr/>
          </a:p>
        </p:txBody>
      </p:sp>
      <p:sp>
        <p:nvSpPr>
          <p:cNvPr id="23" name="Google Shape;23;p5"/>
          <p:cNvSpPr txBox="1">
            <a:spLocks noGrp="1"/>
          </p:cNvSpPr>
          <p:nvPr>
            <p:ph type="body" idx="2"/>
          </p:nvPr>
        </p:nvSpPr>
        <p:spPr>
          <a:xfrm>
            <a:off x="23195520" y="7375840"/>
            <a:ext cx="19199400" cy="21864900"/>
          </a:xfrm>
          <a:prstGeom prst="rect">
            <a:avLst/>
          </a:prstGeom>
        </p:spPr>
        <p:txBody>
          <a:bodyPr spcFirstLastPara="1" wrap="square" lIns="487600" tIns="487600" rIns="487600" bIns="487600" anchor="t" anchorCtr="0">
            <a:normAutofit/>
          </a:bodyPr>
          <a:lstStyle>
            <a:lvl1pPr marL="457200" lvl="0" indent="-702733">
              <a:spcBef>
                <a:spcPts val="0"/>
              </a:spcBef>
              <a:spcAft>
                <a:spcPts val="0"/>
              </a:spcAft>
              <a:buSzPts val="7467"/>
              <a:buChar char="●"/>
              <a:defRPr sz="7466"/>
            </a:lvl1pPr>
            <a:lvl2pPr marL="914400" lvl="1" indent="-635000">
              <a:spcBef>
                <a:spcPts val="0"/>
              </a:spcBef>
              <a:spcAft>
                <a:spcPts val="0"/>
              </a:spcAft>
              <a:buSzPts val="6400"/>
              <a:buChar char="○"/>
              <a:defRPr sz="6400"/>
            </a:lvl2pPr>
            <a:lvl3pPr marL="1371600" lvl="2" indent="-635000">
              <a:spcBef>
                <a:spcPts val="0"/>
              </a:spcBef>
              <a:spcAft>
                <a:spcPts val="0"/>
              </a:spcAft>
              <a:buSzPts val="6400"/>
              <a:buChar char="■"/>
              <a:defRPr sz="6400"/>
            </a:lvl3pPr>
            <a:lvl4pPr marL="1828800" lvl="3" indent="-635000">
              <a:spcBef>
                <a:spcPts val="0"/>
              </a:spcBef>
              <a:spcAft>
                <a:spcPts val="0"/>
              </a:spcAft>
              <a:buSzPts val="6400"/>
              <a:buChar char="●"/>
              <a:defRPr sz="6400"/>
            </a:lvl4pPr>
            <a:lvl5pPr marL="2286000" lvl="4" indent="-635000">
              <a:spcBef>
                <a:spcPts val="0"/>
              </a:spcBef>
              <a:spcAft>
                <a:spcPts val="0"/>
              </a:spcAft>
              <a:buSzPts val="6400"/>
              <a:buChar char="○"/>
              <a:defRPr sz="6400"/>
            </a:lvl5pPr>
            <a:lvl6pPr marL="2743200" lvl="5" indent="-635000">
              <a:spcBef>
                <a:spcPts val="0"/>
              </a:spcBef>
              <a:spcAft>
                <a:spcPts val="0"/>
              </a:spcAft>
              <a:buSzPts val="6400"/>
              <a:buChar char="■"/>
              <a:defRPr sz="6400"/>
            </a:lvl6pPr>
            <a:lvl7pPr marL="3200400" lvl="6" indent="-635000">
              <a:spcBef>
                <a:spcPts val="0"/>
              </a:spcBef>
              <a:spcAft>
                <a:spcPts val="0"/>
              </a:spcAft>
              <a:buSzPts val="6400"/>
              <a:buChar char="●"/>
              <a:defRPr sz="6400"/>
            </a:lvl7pPr>
            <a:lvl8pPr marL="3657600" lvl="7" indent="-635000">
              <a:spcBef>
                <a:spcPts val="0"/>
              </a:spcBef>
              <a:spcAft>
                <a:spcPts val="0"/>
              </a:spcAft>
              <a:buSzPts val="6400"/>
              <a:buChar char="○"/>
              <a:defRPr sz="6400"/>
            </a:lvl8pPr>
            <a:lvl9pPr marL="4114800" lvl="8" indent="-635000">
              <a:spcBef>
                <a:spcPts val="0"/>
              </a:spcBef>
              <a:spcAft>
                <a:spcPts val="0"/>
              </a:spcAft>
              <a:buSzPts val="6400"/>
              <a:buChar char="■"/>
              <a:defRPr sz="6400"/>
            </a:lvl9pPr>
          </a:lstStyle>
          <a:p>
            <a:endParaRPr/>
          </a:p>
        </p:txBody>
      </p:sp>
      <p:sp>
        <p:nvSpPr>
          <p:cNvPr id="24" name="Google Shape;24;p5"/>
          <p:cNvSpPr txBox="1">
            <a:spLocks noGrp="1"/>
          </p:cNvSpPr>
          <p:nvPr>
            <p:ph type="sldNum" idx="12"/>
          </p:nvPr>
        </p:nvSpPr>
        <p:spPr>
          <a:xfrm>
            <a:off x="40667798" y="29844588"/>
            <a:ext cx="2633700" cy="2519100"/>
          </a:xfrm>
          <a:prstGeom prst="rect">
            <a:avLst/>
          </a:prstGeom>
        </p:spPr>
        <p:txBody>
          <a:bodyPr spcFirstLastPara="1" wrap="square" lIns="487600" tIns="487600" rIns="487600" bIns="487600" anchor="ctr" anchorCtr="0">
            <a:normAutofit/>
          </a:bodyPr>
          <a:lstStyle>
            <a:lvl1pPr lvl="0">
              <a:buNone/>
              <a:defRPr sz="5333"/>
            </a:lvl1pPr>
            <a:lvl2pPr lvl="1">
              <a:buNone/>
              <a:defRPr sz="5333"/>
            </a:lvl2pPr>
            <a:lvl3pPr lvl="2">
              <a:buNone/>
              <a:defRPr sz="5333"/>
            </a:lvl3pPr>
            <a:lvl4pPr lvl="3">
              <a:buNone/>
              <a:defRPr sz="5333"/>
            </a:lvl4pPr>
            <a:lvl5pPr lvl="4">
              <a:buNone/>
              <a:defRPr sz="5333"/>
            </a:lvl5pPr>
            <a:lvl6pPr lvl="5">
              <a:buNone/>
              <a:defRPr sz="5333"/>
            </a:lvl6pPr>
            <a:lvl7pPr lvl="6">
              <a:buNone/>
              <a:defRPr sz="5333"/>
            </a:lvl7pPr>
            <a:lvl8pPr lvl="7">
              <a:buNone/>
              <a:defRPr sz="5333"/>
            </a:lvl8pPr>
            <a:lvl9pPr lvl="8">
              <a:buNone/>
              <a:defRPr sz="5333"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_ONLY">
    <p:spTree>
      <p:nvGrpSpPr>
        <p:cNvPr id="1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>
            <a:spLocks noGrp="1"/>
          </p:cNvSpPr>
          <p:nvPr>
            <p:ph type="title"/>
          </p:nvPr>
        </p:nvSpPr>
        <p:spPr>
          <a:xfrm>
            <a:off x="1496160" y="2848160"/>
            <a:ext cx="40899000" cy="3665400"/>
          </a:xfrm>
          <a:prstGeom prst="rect">
            <a:avLst/>
          </a:prstGeom>
        </p:spPr>
        <p:txBody>
          <a:bodyPr spcFirstLastPara="1" wrap="square" lIns="487600" tIns="487600" rIns="487600" bIns="487600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14933"/>
              <a:buNone/>
              <a:defRPr sz="14933"/>
            </a:lvl1pPr>
            <a:lvl2pPr lvl="1">
              <a:spcBef>
                <a:spcPts val="0"/>
              </a:spcBef>
              <a:spcAft>
                <a:spcPts val="0"/>
              </a:spcAft>
              <a:buSzPts val="14933"/>
              <a:buNone/>
              <a:defRPr sz="14933"/>
            </a:lvl2pPr>
            <a:lvl3pPr lvl="2">
              <a:spcBef>
                <a:spcPts val="0"/>
              </a:spcBef>
              <a:spcAft>
                <a:spcPts val="0"/>
              </a:spcAft>
              <a:buSzPts val="14933"/>
              <a:buNone/>
              <a:defRPr sz="14933"/>
            </a:lvl3pPr>
            <a:lvl4pPr lvl="3">
              <a:spcBef>
                <a:spcPts val="0"/>
              </a:spcBef>
              <a:spcAft>
                <a:spcPts val="0"/>
              </a:spcAft>
              <a:buSzPts val="14933"/>
              <a:buNone/>
              <a:defRPr sz="14933"/>
            </a:lvl4pPr>
            <a:lvl5pPr lvl="4">
              <a:spcBef>
                <a:spcPts val="0"/>
              </a:spcBef>
              <a:spcAft>
                <a:spcPts val="0"/>
              </a:spcAft>
              <a:buSzPts val="14933"/>
              <a:buNone/>
              <a:defRPr sz="14933"/>
            </a:lvl5pPr>
            <a:lvl6pPr lvl="5">
              <a:spcBef>
                <a:spcPts val="0"/>
              </a:spcBef>
              <a:spcAft>
                <a:spcPts val="0"/>
              </a:spcAft>
              <a:buSzPts val="14933"/>
              <a:buNone/>
              <a:defRPr sz="14933"/>
            </a:lvl6pPr>
            <a:lvl7pPr lvl="6">
              <a:spcBef>
                <a:spcPts val="0"/>
              </a:spcBef>
              <a:spcAft>
                <a:spcPts val="0"/>
              </a:spcAft>
              <a:buSzPts val="14933"/>
              <a:buNone/>
              <a:defRPr sz="14933"/>
            </a:lvl7pPr>
            <a:lvl8pPr lvl="7">
              <a:spcBef>
                <a:spcPts val="0"/>
              </a:spcBef>
              <a:spcAft>
                <a:spcPts val="0"/>
              </a:spcAft>
              <a:buSzPts val="14933"/>
              <a:buNone/>
              <a:defRPr sz="14933"/>
            </a:lvl8pPr>
            <a:lvl9pPr lvl="8">
              <a:spcBef>
                <a:spcPts val="0"/>
              </a:spcBef>
              <a:spcAft>
                <a:spcPts val="0"/>
              </a:spcAft>
              <a:buSzPts val="14933"/>
              <a:buNone/>
              <a:defRPr sz="14933"/>
            </a:lvl9pPr>
          </a:lstStyle>
          <a:p>
            <a:endParaRPr/>
          </a:p>
        </p:txBody>
      </p:sp>
      <p:sp>
        <p:nvSpPr>
          <p:cNvPr id="27" name="Google Shape;27;p6"/>
          <p:cNvSpPr txBox="1">
            <a:spLocks noGrp="1"/>
          </p:cNvSpPr>
          <p:nvPr>
            <p:ph type="sldNum" idx="12"/>
          </p:nvPr>
        </p:nvSpPr>
        <p:spPr>
          <a:xfrm>
            <a:off x="40667798" y="29844588"/>
            <a:ext cx="2633700" cy="2519100"/>
          </a:xfrm>
          <a:prstGeom prst="rect">
            <a:avLst/>
          </a:prstGeom>
        </p:spPr>
        <p:txBody>
          <a:bodyPr spcFirstLastPara="1" wrap="square" lIns="487600" tIns="487600" rIns="487600" bIns="487600" anchor="ctr" anchorCtr="0">
            <a:normAutofit/>
          </a:bodyPr>
          <a:lstStyle>
            <a:lvl1pPr lvl="0">
              <a:buNone/>
              <a:defRPr sz="5333"/>
            </a:lvl1pPr>
            <a:lvl2pPr lvl="1">
              <a:buNone/>
              <a:defRPr sz="5333"/>
            </a:lvl2pPr>
            <a:lvl3pPr lvl="2">
              <a:buNone/>
              <a:defRPr sz="5333"/>
            </a:lvl3pPr>
            <a:lvl4pPr lvl="3">
              <a:buNone/>
              <a:defRPr sz="5333"/>
            </a:lvl4pPr>
            <a:lvl5pPr lvl="4">
              <a:buNone/>
              <a:defRPr sz="5333"/>
            </a:lvl5pPr>
            <a:lvl6pPr lvl="5">
              <a:buNone/>
              <a:defRPr sz="5333"/>
            </a:lvl6pPr>
            <a:lvl7pPr lvl="6">
              <a:buNone/>
              <a:defRPr sz="5333"/>
            </a:lvl7pPr>
            <a:lvl8pPr lvl="7">
              <a:buNone/>
              <a:defRPr sz="5333"/>
            </a:lvl8pPr>
            <a:lvl9pPr lvl="8">
              <a:buNone/>
              <a:defRPr sz="5333"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One column text">
  <p:cSld name="ONE_COLUMN_TEXT">
    <p:spTree>
      <p:nvGrpSpPr>
        <p:cNvPr id="1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>
            <a:spLocks noGrp="1"/>
          </p:cNvSpPr>
          <p:nvPr>
            <p:ph type="title"/>
          </p:nvPr>
        </p:nvSpPr>
        <p:spPr>
          <a:xfrm>
            <a:off x="1496160" y="3555840"/>
            <a:ext cx="13478400" cy="4836600"/>
          </a:xfrm>
          <a:prstGeom prst="rect">
            <a:avLst/>
          </a:prstGeom>
        </p:spPr>
        <p:txBody>
          <a:bodyPr spcFirstLastPara="1" wrap="square" lIns="487600" tIns="487600" rIns="487600" bIns="487600" anchor="b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12800"/>
              <a:buNone/>
              <a:defRPr sz="12800"/>
            </a:lvl1pPr>
            <a:lvl2pPr lvl="1">
              <a:spcBef>
                <a:spcPts val="0"/>
              </a:spcBef>
              <a:spcAft>
                <a:spcPts val="0"/>
              </a:spcAft>
              <a:buSzPts val="12800"/>
              <a:buNone/>
              <a:defRPr sz="12800"/>
            </a:lvl2pPr>
            <a:lvl3pPr lvl="2">
              <a:spcBef>
                <a:spcPts val="0"/>
              </a:spcBef>
              <a:spcAft>
                <a:spcPts val="0"/>
              </a:spcAft>
              <a:buSzPts val="12800"/>
              <a:buNone/>
              <a:defRPr sz="12800"/>
            </a:lvl3pPr>
            <a:lvl4pPr lvl="3">
              <a:spcBef>
                <a:spcPts val="0"/>
              </a:spcBef>
              <a:spcAft>
                <a:spcPts val="0"/>
              </a:spcAft>
              <a:buSzPts val="12800"/>
              <a:buNone/>
              <a:defRPr sz="12800"/>
            </a:lvl4pPr>
            <a:lvl5pPr lvl="4">
              <a:spcBef>
                <a:spcPts val="0"/>
              </a:spcBef>
              <a:spcAft>
                <a:spcPts val="0"/>
              </a:spcAft>
              <a:buSzPts val="12800"/>
              <a:buNone/>
              <a:defRPr sz="12800"/>
            </a:lvl5pPr>
            <a:lvl6pPr lvl="5">
              <a:spcBef>
                <a:spcPts val="0"/>
              </a:spcBef>
              <a:spcAft>
                <a:spcPts val="0"/>
              </a:spcAft>
              <a:buSzPts val="12800"/>
              <a:buNone/>
              <a:defRPr sz="12800"/>
            </a:lvl6pPr>
            <a:lvl7pPr lvl="6">
              <a:spcBef>
                <a:spcPts val="0"/>
              </a:spcBef>
              <a:spcAft>
                <a:spcPts val="0"/>
              </a:spcAft>
              <a:buSzPts val="12800"/>
              <a:buNone/>
              <a:defRPr sz="12800"/>
            </a:lvl7pPr>
            <a:lvl8pPr lvl="7">
              <a:spcBef>
                <a:spcPts val="0"/>
              </a:spcBef>
              <a:spcAft>
                <a:spcPts val="0"/>
              </a:spcAft>
              <a:buSzPts val="12800"/>
              <a:buNone/>
              <a:defRPr sz="12800"/>
            </a:lvl8pPr>
            <a:lvl9pPr lvl="8">
              <a:spcBef>
                <a:spcPts val="0"/>
              </a:spcBef>
              <a:spcAft>
                <a:spcPts val="0"/>
              </a:spcAft>
              <a:buSzPts val="12800"/>
              <a:buNone/>
              <a:defRPr sz="12800"/>
            </a:lvl9pPr>
          </a:lstStyle>
          <a:p>
            <a:endParaRPr/>
          </a:p>
        </p:txBody>
      </p:sp>
      <p:sp>
        <p:nvSpPr>
          <p:cNvPr id="30" name="Google Shape;30;p7"/>
          <p:cNvSpPr txBox="1">
            <a:spLocks noGrp="1"/>
          </p:cNvSpPr>
          <p:nvPr>
            <p:ph type="body" idx="1"/>
          </p:nvPr>
        </p:nvSpPr>
        <p:spPr>
          <a:xfrm>
            <a:off x="1496160" y="8893440"/>
            <a:ext cx="13478400" cy="20348100"/>
          </a:xfrm>
          <a:prstGeom prst="rect">
            <a:avLst/>
          </a:prstGeom>
        </p:spPr>
        <p:txBody>
          <a:bodyPr spcFirstLastPara="1" wrap="square" lIns="487600" tIns="487600" rIns="487600" bIns="487600" anchor="t" anchorCtr="0">
            <a:normAutofit/>
          </a:bodyPr>
          <a:lstStyle>
            <a:lvl1pPr marL="457200" lvl="0" indent="-635000">
              <a:spcBef>
                <a:spcPts val="0"/>
              </a:spcBef>
              <a:spcAft>
                <a:spcPts val="0"/>
              </a:spcAft>
              <a:buSzPts val="6400"/>
              <a:buChar char="●"/>
              <a:defRPr sz="6400"/>
            </a:lvl1pPr>
            <a:lvl2pPr marL="914400" lvl="1" indent="-635000">
              <a:spcBef>
                <a:spcPts val="0"/>
              </a:spcBef>
              <a:spcAft>
                <a:spcPts val="0"/>
              </a:spcAft>
              <a:buSzPts val="6400"/>
              <a:buChar char="○"/>
              <a:defRPr sz="6400"/>
            </a:lvl2pPr>
            <a:lvl3pPr marL="1371600" lvl="2" indent="-635000">
              <a:spcBef>
                <a:spcPts val="0"/>
              </a:spcBef>
              <a:spcAft>
                <a:spcPts val="0"/>
              </a:spcAft>
              <a:buSzPts val="6400"/>
              <a:buChar char="■"/>
              <a:defRPr sz="6400"/>
            </a:lvl3pPr>
            <a:lvl4pPr marL="1828800" lvl="3" indent="-635000">
              <a:spcBef>
                <a:spcPts val="0"/>
              </a:spcBef>
              <a:spcAft>
                <a:spcPts val="0"/>
              </a:spcAft>
              <a:buSzPts val="6400"/>
              <a:buChar char="●"/>
              <a:defRPr sz="6400"/>
            </a:lvl4pPr>
            <a:lvl5pPr marL="2286000" lvl="4" indent="-635000">
              <a:spcBef>
                <a:spcPts val="0"/>
              </a:spcBef>
              <a:spcAft>
                <a:spcPts val="0"/>
              </a:spcAft>
              <a:buSzPts val="6400"/>
              <a:buChar char="○"/>
              <a:defRPr sz="6400"/>
            </a:lvl5pPr>
            <a:lvl6pPr marL="2743200" lvl="5" indent="-635000">
              <a:spcBef>
                <a:spcPts val="0"/>
              </a:spcBef>
              <a:spcAft>
                <a:spcPts val="0"/>
              </a:spcAft>
              <a:buSzPts val="6400"/>
              <a:buChar char="■"/>
              <a:defRPr sz="6400"/>
            </a:lvl6pPr>
            <a:lvl7pPr marL="3200400" lvl="6" indent="-635000">
              <a:spcBef>
                <a:spcPts val="0"/>
              </a:spcBef>
              <a:spcAft>
                <a:spcPts val="0"/>
              </a:spcAft>
              <a:buSzPts val="6400"/>
              <a:buChar char="●"/>
              <a:defRPr sz="6400"/>
            </a:lvl7pPr>
            <a:lvl8pPr marL="3657600" lvl="7" indent="-635000">
              <a:spcBef>
                <a:spcPts val="0"/>
              </a:spcBef>
              <a:spcAft>
                <a:spcPts val="0"/>
              </a:spcAft>
              <a:buSzPts val="6400"/>
              <a:buChar char="○"/>
              <a:defRPr sz="6400"/>
            </a:lvl8pPr>
            <a:lvl9pPr marL="4114800" lvl="8" indent="-635000">
              <a:spcBef>
                <a:spcPts val="0"/>
              </a:spcBef>
              <a:spcAft>
                <a:spcPts val="0"/>
              </a:spcAft>
              <a:buSzPts val="6400"/>
              <a:buChar char="■"/>
              <a:defRPr sz="6400"/>
            </a:lvl9pPr>
          </a:lstStyle>
          <a:p>
            <a:endParaRPr/>
          </a:p>
        </p:txBody>
      </p:sp>
      <p:sp>
        <p:nvSpPr>
          <p:cNvPr id="31" name="Google Shape;31;p7"/>
          <p:cNvSpPr txBox="1">
            <a:spLocks noGrp="1"/>
          </p:cNvSpPr>
          <p:nvPr>
            <p:ph type="sldNum" idx="12"/>
          </p:nvPr>
        </p:nvSpPr>
        <p:spPr>
          <a:xfrm>
            <a:off x="40667798" y="29844588"/>
            <a:ext cx="2633700" cy="2519100"/>
          </a:xfrm>
          <a:prstGeom prst="rect">
            <a:avLst/>
          </a:prstGeom>
        </p:spPr>
        <p:txBody>
          <a:bodyPr spcFirstLastPara="1" wrap="square" lIns="487600" tIns="487600" rIns="487600" bIns="487600" anchor="ctr" anchorCtr="0">
            <a:normAutofit/>
          </a:bodyPr>
          <a:lstStyle>
            <a:lvl1pPr lvl="0">
              <a:buNone/>
              <a:defRPr sz="5333"/>
            </a:lvl1pPr>
            <a:lvl2pPr lvl="1">
              <a:buNone/>
              <a:defRPr sz="5333"/>
            </a:lvl2pPr>
            <a:lvl3pPr lvl="2">
              <a:buNone/>
              <a:defRPr sz="5333"/>
            </a:lvl3pPr>
            <a:lvl4pPr lvl="3">
              <a:buNone/>
              <a:defRPr sz="5333"/>
            </a:lvl4pPr>
            <a:lvl5pPr lvl="4">
              <a:buNone/>
              <a:defRPr sz="5333"/>
            </a:lvl5pPr>
            <a:lvl6pPr lvl="5">
              <a:buNone/>
              <a:defRPr sz="5333"/>
            </a:lvl6pPr>
            <a:lvl7pPr lvl="6">
              <a:buNone/>
              <a:defRPr sz="5333"/>
            </a:lvl7pPr>
            <a:lvl8pPr lvl="7">
              <a:buNone/>
              <a:defRPr sz="5333"/>
            </a:lvl8pPr>
            <a:lvl9pPr lvl="8">
              <a:buNone/>
              <a:defRPr sz="5333"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Main point">
  <p:cSld name="MAIN_POINT">
    <p:spTree>
      <p:nvGrpSpPr>
        <p:cNvPr id="1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>
            <a:spLocks noGrp="1"/>
          </p:cNvSpPr>
          <p:nvPr>
            <p:ph type="title"/>
          </p:nvPr>
        </p:nvSpPr>
        <p:spPr>
          <a:xfrm>
            <a:off x="2353200" y="2880960"/>
            <a:ext cx="30565500" cy="26181000"/>
          </a:xfrm>
          <a:prstGeom prst="rect">
            <a:avLst/>
          </a:prstGeom>
        </p:spPr>
        <p:txBody>
          <a:bodyPr spcFirstLastPara="1" wrap="square" lIns="487600" tIns="487600" rIns="487600" bIns="487600" anchor="ctr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5600"/>
              <a:buNone/>
              <a:defRPr sz="25600"/>
            </a:lvl1pPr>
            <a:lvl2pPr lvl="1">
              <a:spcBef>
                <a:spcPts val="0"/>
              </a:spcBef>
              <a:spcAft>
                <a:spcPts val="0"/>
              </a:spcAft>
              <a:buSzPts val="25600"/>
              <a:buNone/>
              <a:defRPr sz="25600"/>
            </a:lvl2pPr>
            <a:lvl3pPr lvl="2">
              <a:spcBef>
                <a:spcPts val="0"/>
              </a:spcBef>
              <a:spcAft>
                <a:spcPts val="0"/>
              </a:spcAft>
              <a:buSzPts val="25600"/>
              <a:buNone/>
              <a:defRPr sz="25600"/>
            </a:lvl3pPr>
            <a:lvl4pPr lvl="3">
              <a:spcBef>
                <a:spcPts val="0"/>
              </a:spcBef>
              <a:spcAft>
                <a:spcPts val="0"/>
              </a:spcAft>
              <a:buSzPts val="25600"/>
              <a:buNone/>
              <a:defRPr sz="25600"/>
            </a:lvl4pPr>
            <a:lvl5pPr lvl="4">
              <a:spcBef>
                <a:spcPts val="0"/>
              </a:spcBef>
              <a:spcAft>
                <a:spcPts val="0"/>
              </a:spcAft>
              <a:buSzPts val="25600"/>
              <a:buNone/>
              <a:defRPr sz="25600"/>
            </a:lvl5pPr>
            <a:lvl6pPr lvl="5">
              <a:spcBef>
                <a:spcPts val="0"/>
              </a:spcBef>
              <a:spcAft>
                <a:spcPts val="0"/>
              </a:spcAft>
              <a:buSzPts val="25600"/>
              <a:buNone/>
              <a:defRPr sz="25600"/>
            </a:lvl6pPr>
            <a:lvl7pPr lvl="6">
              <a:spcBef>
                <a:spcPts val="0"/>
              </a:spcBef>
              <a:spcAft>
                <a:spcPts val="0"/>
              </a:spcAft>
              <a:buSzPts val="25600"/>
              <a:buNone/>
              <a:defRPr sz="25600"/>
            </a:lvl7pPr>
            <a:lvl8pPr lvl="7">
              <a:spcBef>
                <a:spcPts val="0"/>
              </a:spcBef>
              <a:spcAft>
                <a:spcPts val="0"/>
              </a:spcAft>
              <a:buSzPts val="25600"/>
              <a:buNone/>
              <a:defRPr sz="25600"/>
            </a:lvl8pPr>
            <a:lvl9pPr lvl="8">
              <a:spcBef>
                <a:spcPts val="0"/>
              </a:spcBef>
              <a:spcAft>
                <a:spcPts val="0"/>
              </a:spcAft>
              <a:buSzPts val="25600"/>
              <a:buNone/>
              <a:defRPr sz="25600"/>
            </a:lvl9pPr>
          </a:lstStyle>
          <a:p>
            <a:endParaRPr/>
          </a:p>
        </p:txBody>
      </p:sp>
      <p:sp>
        <p:nvSpPr>
          <p:cNvPr id="34" name="Google Shape;34;p8"/>
          <p:cNvSpPr txBox="1">
            <a:spLocks noGrp="1"/>
          </p:cNvSpPr>
          <p:nvPr>
            <p:ph type="sldNum" idx="12"/>
          </p:nvPr>
        </p:nvSpPr>
        <p:spPr>
          <a:xfrm>
            <a:off x="40667798" y="29844588"/>
            <a:ext cx="2633700" cy="2519100"/>
          </a:xfrm>
          <a:prstGeom prst="rect">
            <a:avLst/>
          </a:prstGeom>
        </p:spPr>
        <p:txBody>
          <a:bodyPr spcFirstLastPara="1" wrap="square" lIns="487600" tIns="487600" rIns="487600" bIns="487600" anchor="ctr" anchorCtr="0">
            <a:normAutofit/>
          </a:bodyPr>
          <a:lstStyle>
            <a:lvl1pPr lvl="0">
              <a:buNone/>
              <a:defRPr sz="5333"/>
            </a:lvl1pPr>
            <a:lvl2pPr lvl="1">
              <a:buNone/>
              <a:defRPr sz="5333"/>
            </a:lvl2pPr>
            <a:lvl3pPr lvl="2">
              <a:buNone/>
              <a:defRPr sz="5333"/>
            </a:lvl3pPr>
            <a:lvl4pPr lvl="3">
              <a:buNone/>
              <a:defRPr sz="5333"/>
            </a:lvl4pPr>
            <a:lvl5pPr lvl="4">
              <a:buNone/>
              <a:defRPr sz="5333"/>
            </a:lvl5pPr>
            <a:lvl6pPr lvl="5">
              <a:buNone/>
              <a:defRPr sz="5333"/>
            </a:lvl6pPr>
            <a:lvl7pPr lvl="6">
              <a:buNone/>
              <a:defRPr sz="5333"/>
            </a:lvl7pPr>
            <a:lvl8pPr lvl="7">
              <a:buNone/>
              <a:defRPr sz="5333"/>
            </a:lvl8pPr>
            <a:lvl9pPr lvl="8">
              <a:buNone/>
              <a:defRPr sz="5333"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title and description">
  <p:cSld name="SECTION_TITLE_AND_DESCRIPTION">
    <p:spTree>
      <p:nvGrpSpPr>
        <p:cNvPr id="1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21945600" y="-800"/>
            <a:ext cx="21945600" cy="329184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487600" tIns="487600" rIns="487600" bIns="4876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7" name="Google Shape;37;p9"/>
          <p:cNvSpPr txBox="1">
            <a:spLocks noGrp="1"/>
          </p:cNvSpPr>
          <p:nvPr>
            <p:ph type="title"/>
          </p:nvPr>
        </p:nvSpPr>
        <p:spPr>
          <a:xfrm>
            <a:off x="1274400" y="7892320"/>
            <a:ext cx="19416900" cy="9486600"/>
          </a:xfrm>
          <a:prstGeom prst="rect">
            <a:avLst/>
          </a:prstGeom>
        </p:spPr>
        <p:txBody>
          <a:bodyPr spcFirstLastPara="1" wrap="square" lIns="487600" tIns="487600" rIns="487600" bIns="487600" anchor="b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22400"/>
              <a:buNone/>
              <a:defRPr sz="22400"/>
            </a:lvl1pPr>
            <a:lvl2pPr lvl="1" algn="ctr">
              <a:spcBef>
                <a:spcPts val="0"/>
              </a:spcBef>
              <a:spcAft>
                <a:spcPts val="0"/>
              </a:spcAft>
              <a:buSzPts val="22400"/>
              <a:buNone/>
              <a:defRPr sz="22400"/>
            </a:lvl2pPr>
            <a:lvl3pPr lvl="2" algn="ctr">
              <a:spcBef>
                <a:spcPts val="0"/>
              </a:spcBef>
              <a:spcAft>
                <a:spcPts val="0"/>
              </a:spcAft>
              <a:buSzPts val="22400"/>
              <a:buNone/>
              <a:defRPr sz="22400"/>
            </a:lvl3pPr>
            <a:lvl4pPr lvl="3" algn="ctr">
              <a:spcBef>
                <a:spcPts val="0"/>
              </a:spcBef>
              <a:spcAft>
                <a:spcPts val="0"/>
              </a:spcAft>
              <a:buSzPts val="22400"/>
              <a:buNone/>
              <a:defRPr sz="22400"/>
            </a:lvl4pPr>
            <a:lvl5pPr lvl="4" algn="ctr">
              <a:spcBef>
                <a:spcPts val="0"/>
              </a:spcBef>
              <a:spcAft>
                <a:spcPts val="0"/>
              </a:spcAft>
              <a:buSzPts val="22400"/>
              <a:buNone/>
              <a:defRPr sz="22400"/>
            </a:lvl5pPr>
            <a:lvl6pPr lvl="5" algn="ctr">
              <a:spcBef>
                <a:spcPts val="0"/>
              </a:spcBef>
              <a:spcAft>
                <a:spcPts val="0"/>
              </a:spcAft>
              <a:buSzPts val="22400"/>
              <a:buNone/>
              <a:defRPr sz="22400"/>
            </a:lvl6pPr>
            <a:lvl7pPr lvl="6" algn="ctr">
              <a:spcBef>
                <a:spcPts val="0"/>
              </a:spcBef>
              <a:spcAft>
                <a:spcPts val="0"/>
              </a:spcAft>
              <a:buSzPts val="22400"/>
              <a:buNone/>
              <a:defRPr sz="22400"/>
            </a:lvl7pPr>
            <a:lvl8pPr lvl="7" algn="ctr">
              <a:spcBef>
                <a:spcPts val="0"/>
              </a:spcBef>
              <a:spcAft>
                <a:spcPts val="0"/>
              </a:spcAft>
              <a:buSzPts val="22400"/>
              <a:buNone/>
              <a:defRPr sz="22400"/>
            </a:lvl8pPr>
            <a:lvl9pPr lvl="8" algn="ctr">
              <a:spcBef>
                <a:spcPts val="0"/>
              </a:spcBef>
              <a:spcAft>
                <a:spcPts val="0"/>
              </a:spcAft>
              <a:buSzPts val="22400"/>
              <a:buNone/>
              <a:defRPr sz="22400"/>
            </a:lvl9pPr>
          </a:lstStyle>
          <a:p>
            <a:endParaRPr/>
          </a:p>
        </p:txBody>
      </p:sp>
      <p:sp>
        <p:nvSpPr>
          <p:cNvPr id="38" name="Google Shape;38;p9"/>
          <p:cNvSpPr txBox="1">
            <a:spLocks noGrp="1"/>
          </p:cNvSpPr>
          <p:nvPr>
            <p:ph type="subTitle" idx="1"/>
          </p:nvPr>
        </p:nvSpPr>
        <p:spPr>
          <a:xfrm>
            <a:off x="1274400" y="17939680"/>
            <a:ext cx="19416900" cy="7904700"/>
          </a:xfrm>
          <a:prstGeom prst="rect">
            <a:avLst/>
          </a:prstGeom>
        </p:spPr>
        <p:txBody>
          <a:bodyPr spcFirstLastPara="1" wrap="square" lIns="487600" tIns="487600" rIns="487600" bIns="487600" anchor="t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200"/>
              <a:buNone/>
              <a:defRPr sz="112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200"/>
              <a:buNone/>
              <a:defRPr sz="112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200"/>
              <a:buNone/>
              <a:defRPr sz="112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200"/>
              <a:buNone/>
              <a:defRPr sz="112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200"/>
              <a:buNone/>
              <a:defRPr sz="112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200"/>
              <a:buNone/>
              <a:defRPr sz="112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200"/>
              <a:buNone/>
              <a:defRPr sz="112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200"/>
              <a:buNone/>
              <a:defRPr sz="112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200"/>
              <a:buNone/>
              <a:defRPr sz="11200"/>
            </a:lvl9pPr>
          </a:lstStyle>
          <a:p>
            <a:endParaRPr/>
          </a:p>
        </p:txBody>
      </p:sp>
      <p:sp>
        <p:nvSpPr>
          <p:cNvPr id="39" name="Google Shape;39;p9"/>
          <p:cNvSpPr txBox="1">
            <a:spLocks noGrp="1"/>
          </p:cNvSpPr>
          <p:nvPr>
            <p:ph type="body" idx="2"/>
          </p:nvPr>
        </p:nvSpPr>
        <p:spPr>
          <a:xfrm>
            <a:off x="23709600" y="4634080"/>
            <a:ext cx="18417600" cy="23648700"/>
          </a:xfrm>
          <a:prstGeom prst="rect">
            <a:avLst/>
          </a:prstGeom>
        </p:spPr>
        <p:txBody>
          <a:bodyPr spcFirstLastPara="1" wrap="square" lIns="487600" tIns="487600" rIns="487600" bIns="487600" anchor="ctr" anchorCtr="0">
            <a:normAutofit/>
          </a:bodyPr>
          <a:lstStyle>
            <a:lvl1pPr marL="457200" lvl="0" indent="-838200">
              <a:spcBef>
                <a:spcPts val="0"/>
              </a:spcBef>
              <a:spcAft>
                <a:spcPts val="0"/>
              </a:spcAft>
              <a:buSzPts val="9600"/>
              <a:buChar char="●"/>
              <a:defRPr sz="9600"/>
            </a:lvl1pPr>
            <a:lvl2pPr marL="914400" lvl="1" indent="-702733">
              <a:spcBef>
                <a:spcPts val="0"/>
              </a:spcBef>
              <a:spcAft>
                <a:spcPts val="0"/>
              </a:spcAft>
              <a:buSzPts val="7467"/>
              <a:buChar char="○"/>
              <a:defRPr sz="7466"/>
            </a:lvl2pPr>
            <a:lvl3pPr marL="1371600" lvl="2" indent="-702733">
              <a:spcBef>
                <a:spcPts val="0"/>
              </a:spcBef>
              <a:spcAft>
                <a:spcPts val="0"/>
              </a:spcAft>
              <a:buSzPts val="7467"/>
              <a:buChar char="■"/>
              <a:defRPr sz="7466"/>
            </a:lvl3pPr>
            <a:lvl4pPr marL="1828800" lvl="3" indent="-702733">
              <a:spcBef>
                <a:spcPts val="0"/>
              </a:spcBef>
              <a:spcAft>
                <a:spcPts val="0"/>
              </a:spcAft>
              <a:buSzPts val="7467"/>
              <a:buChar char="●"/>
              <a:defRPr sz="7466"/>
            </a:lvl4pPr>
            <a:lvl5pPr marL="2286000" lvl="4" indent="-702733">
              <a:spcBef>
                <a:spcPts val="0"/>
              </a:spcBef>
              <a:spcAft>
                <a:spcPts val="0"/>
              </a:spcAft>
              <a:buSzPts val="7467"/>
              <a:buChar char="○"/>
              <a:defRPr sz="7466"/>
            </a:lvl5pPr>
            <a:lvl6pPr marL="2743200" lvl="5" indent="-702733">
              <a:spcBef>
                <a:spcPts val="0"/>
              </a:spcBef>
              <a:spcAft>
                <a:spcPts val="0"/>
              </a:spcAft>
              <a:buSzPts val="7467"/>
              <a:buChar char="■"/>
              <a:defRPr sz="7466"/>
            </a:lvl6pPr>
            <a:lvl7pPr marL="3200400" lvl="6" indent="-702733">
              <a:spcBef>
                <a:spcPts val="0"/>
              </a:spcBef>
              <a:spcAft>
                <a:spcPts val="0"/>
              </a:spcAft>
              <a:buSzPts val="7467"/>
              <a:buChar char="●"/>
              <a:defRPr sz="7466"/>
            </a:lvl7pPr>
            <a:lvl8pPr marL="3657600" lvl="7" indent="-702733">
              <a:spcBef>
                <a:spcPts val="0"/>
              </a:spcBef>
              <a:spcAft>
                <a:spcPts val="0"/>
              </a:spcAft>
              <a:buSzPts val="7467"/>
              <a:buChar char="○"/>
              <a:defRPr sz="7466"/>
            </a:lvl8pPr>
            <a:lvl9pPr marL="4114800" lvl="8" indent="-702733">
              <a:spcBef>
                <a:spcPts val="0"/>
              </a:spcBef>
              <a:spcAft>
                <a:spcPts val="0"/>
              </a:spcAft>
              <a:buSzPts val="7467"/>
              <a:buChar char="■"/>
              <a:defRPr sz="7466"/>
            </a:lvl9pPr>
          </a:lstStyle>
          <a:p>
            <a:endParaRPr/>
          </a:p>
        </p:txBody>
      </p:sp>
      <p:sp>
        <p:nvSpPr>
          <p:cNvPr id="40" name="Google Shape;40;p9"/>
          <p:cNvSpPr txBox="1">
            <a:spLocks noGrp="1"/>
          </p:cNvSpPr>
          <p:nvPr>
            <p:ph type="sldNum" idx="12"/>
          </p:nvPr>
        </p:nvSpPr>
        <p:spPr>
          <a:xfrm>
            <a:off x="40667798" y="29844588"/>
            <a:ext cx="2633700" cy="2519100"/>
          </a:xfrm>
          <a:prstGeom prst="rect">
            <a:avLst/>
          </a:prstGeom>
        </p:spPr>
        <p:txBody>
          <a:bodyPr spcFirstLastPara="1" wrap="square" lIns="487600" tIns="487600" rIns="487600" bIns="487600" anchor="ctr" anchorCtr="0">
            <a:normAutofit/>
          </a:bodyPr>
          <a:lstStyle>
            <a:lvl1pPr lvl="0">
              <a:buNone/>
              <a:defRPr sz="5333"/>
            </a:lvl1pPr>
            <a:lvl2pPr lvl="1">
              <a:buNone/>
              <a:defRPr sz="5333"/>
            </a:lvl2pPr>
            <a:lvl3pPr lvl="2">
              <a:buNone/>
              <a:defRPr sz="5333"/>
            </a:lvl3pPr>
            <a:lvl4pPr lvl="3">
              <a:buNone/>
              <a:defRPr sz="5333"/>
            </a:lvl4pPr>
            <a:lvl5pPr lvl="4">
              <a:buNone/>
              <a:defRPr sz="5333"/>
            </a:lvl5pPr>
            <a:lvl6pPr lvl="5">
              <a:buNone/>
              <a:defRPr sz="5333"/>
            </a:lvl6pPr>
            <a:lvl7pPr lvl="6">
              <a:buNone/>
              <a:defRPr sz="5333"/>
            </a:lvl7pPr>
            <a:lvl8pPr lvl="7">
              <a:buNone/>
              <a:defRPr sz="5333"/>
            </a:lvl8pPr>
            <a:lvl9pPr lvl="8">
              <a:buNone/>
              <a:defRPr sz="5333"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aption">
  <p:cSld name="CAPTION_ONLY">
    <p:spTree>
      <p:nvGrpSpPr>
        <p:cNvPr id="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>
            <a:spLocks noGrp="1"/>
          </p:cNvSpPr>
          <p:nvPr>
            <p:ph type="body" idx="1"/>
          </p:nvPr>
        </p:nvSpPr>
        <p:spPr>
          <a:xfrm>
            <a:off x="1496160" y="27075680"/>
            <a:ext cx="28794300" cy="3872700"/>
          </a:xfrm>
          <a:prstGeom prst="rect">
            <a:avLst/>
          </a:prstGeom>
        </p:spPr>
        <p:txBody>
          <a:bodyPr spcFirstLastPara="1" wrap="square" lIns="487600" tIns="487600" rIns="487600" bIns="487600" anchor="ctr" anchorCtr="0">
            <a:normAutofit/>
          </a:bodyPr>
          <a:lstStyle>
            <a:lvl1pPr marL="457200" lvl="0" indent="-2286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9600"/>
              <a:buNone/>
              <a:defRPr sz="9600"/>
            </a:lvl1pPr>
          </a:lstStyle>
          <a:p>
            <a:endParaRPr/>
          </a:p>
        </p:txBody>
      </p:sp>
      <p:sp>
        <p:nvSpPr>
          <p:cNvPr id="43" name="Google Shape;43;p10"/>
          <p:cNvSpPr txBox="1">
            <a:spLocks noGrp="1"/>
          </p:cNvSpPr>
          <p:nvPr>
            <p:ph type="sldNum" idx="12"/>
          </p:nvPr>
        </p:nvSpPr>
        <p:spPr>
          <a:xfrm>
            <a:off x="40667798" y="29844588"/>
            <a:ext cx="2633700" cy="2519100"/>
          </a:xfrm>
          <a:prstGeom prst="rect">
            <a:avLst/>
          </a:prstGeom>
        </p:spPr>
        <p:txBody>
          <a:bodyPr spcFirstLastPara="1" wrap="square" lIns="487600" tIns="487600" rIns="487600" bIns="487600" anchor="ctr" anchorCtr="0">
            <a:normAutofit/>
          </a:bodyPr>
          <a:lstStyle>
            <a:lvl1pPr lvl="0">
              <a:buNone/>
              <a:defRPr sz="5333"/>
            </a:lvl1pPr>
            <a:lvl2pPr lvl="1">
              <a:buNone/>
              <a:defRPr sz="5333"/>
            </a:lvl2pPr>
            <a:lvl3pPr lvl="2">
              <a:buNone/>
              <a:defRPr sz="5333"/>
            </a:lvl3pPr>
            <a:lvl4pPr lvl="3">
              <a:buNone/>
              <a:defRPr sz="5333"/>
            </a:lvl4pPr>
            <a:lvl5pPr lvl="4">
              <a:buNone/>
              <a:defRPr sz="5333"/>
            </a:lvl5pPr>
            <a:lvl6pPr lvl="5">
              <a:buNone/>
              <a:defRPr sz="5333"/>
            </a:lvl6pPr>
            <a:lvl7pPr lvl="6">
              <a:buNone/>
              <a:defRPr sz="5333"/>
            </a:lvl7pPr>
            <a:lvl8pPr lvl="7">
              <a:buNone/>
              <a:defRPr sz="5333"/>
            </a:lvl8pPr>
            <a:lvl9pPr lvl="8">
              <a:buNone/>
              <a:defRPr sz="5333"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ig number">
  <p:cSld name="BIG_NUMBER">
    <p:spTree>
      <p:nvGrpSpPr>
        <p:cNvPr id="1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>
            <a:spLocks noGrp="1"/>
          </p:cNvSpPr>
          <p:nvPr>
            <p:ph type="title" hasCustomPrompt="1"/>
          </p:nvPr>
        </p:nvSpPr>
        <p:spPr>
          <a:xfrm>
            <a:off x="1496160" y="7079200"/>
            <a:ext cx="40899000" cy="12566400"/>
          </a:xfrm>
          <a:prstGeom prst="rect">
            <a:avLst/>
          </a:prstGeom>
        </p:spPr>
        <p:txBody>
          <a:bodyPr spcFirstLastPara="1" wrap="square" lIns="487600" tIns="487600" rIns="487600" bIns="487600" anchor="b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64000"/>
              <a:buNone/>
              <a:defRPr sz="64000"/>
            </a:lvl1pPr>
            <a:lvl2pPr lvl="1" algn="ctr">
              <a:spcBef>
                <a:spcPts val="0"/>
              </a:spcBef>
              <a:spcAft>
                <a:spcPts val="0"/>
              </a:spcAft>
              <a:buSzPts val="64000"/>
              <a:buNone/>
              <a:defRPr sz="64000"/>
            </a:lvl2pPr>
            <a:lvl3pPr lvl="2" algn="ctr">
              <a:spcBef>
                <a:spcPts val="0"/>
              </a:spcBef>
              <a:spcAft>
                <a:spcPts val="0"/>
              </a:spcAft>
              <a:buSzPts val="64000"/>
              <a:buNone/>
              <a:defRPr sz="64000"/>
            </a:lvl3pPr>
            <a:lvl4pPr lvl="3" algn="ctr">
              <a:spcBef>
                <a:spcPts val="0"/>
              </a:spcBef>
              <a:spcAft>
                <a:spcPts val="0"/>
              </a:spcAft>
              <a:buSzPts val="64000"/>
              <a:buNone/>
              <a:defRPr sz="64000"/>
            </a:lvl4pPr>
            <a:lvl5pPr lvl="4" algn="ctr">
              <a:spcBef>
                <a:spcPts val="0"/>
              </a:spcBef>
              <a:spcAft>
                <a:spcPts val="0"/>
              </a:spcAft>
              <a:buSzPts val="64000"/>
              <a:buNone/>
              <a:defRPr sz="64000"/>
            </a:lvl5pPr>
            <a:lvl6pPr lvl="5" algn="ctr">
              <a:spcBef>
                <a:spcPts val="0"/>
              </a:spcBef>
              <a:spcAft>
                <a:spcPts val="0"/>
              </a:spcAft>
              <a:buSzPts val="64000"/>
              <a:buNone/>
              <a:defRPr sz="64000"/>
            </a:lvl6pPr>
            <a:lvl7pPr lvl="6" algn="ctr">
              <a:spcBef>
                <a:spcPts val="0"/>
              </a:spcBef>
              <a:spcAft>
                <a:spcPts val="0"/>
              </a:spcAft>
              <a:buSzPts val="64000"/>
              <a:buNone/>
              <a:defRPr sz="64000"/>
            </a:lvl7pPr>
            <a:lvl8pPr lvl="7" algn="ctr">
              <a:spcBef>
                <a:spcPts val="0"/>
              </a:spcBef>
              <a:spcAft>
                <a:spcPts val="0"/>
              </a:spcAft>
              <a:buSzPts val="64000"/>
              <a:buNone/>
              <a:defRPr sz="64000"/>
            </a:lvl8pPr>
            <a:lvl9pPr lvl="8" algn="ctr">
              <a:spcBef>
                <a:spcPts val="0"/>
              </a:spcBef>
              <a:spcAft>
                <a:spcPts val="0"/>
              </a:spcAft>
              <a:buSzPts val="64000"/>
              <a:buNone/>
              <a:defRPr sz="64000"/>
            </a:lvl9pPr>
          </a:lstStyle>
          <a:p>
            <a:r>
              <a:t>xx%</a:t>
            </a:r>
          </a:p>
        </p:txBody>
      </p:sp>
      <p:sp>
        <p:nvSpPr>
          <p:cNvPr id="46" name="Google Shape;46;p11"/>
          <p:cNvSpPr txBox="1">
            <a:spLocks noGrp="1"/>
          </p:cNvSpPr>
          <p:nvPr>
            <p:ph type="body" idx="1"/>
          </p:nvPr>
        </p:nvSpPr>
        <p:spPr>
          <a:xfrm>
            <a:off x="1496160" y="20174240"/>
            <a:ext cx="40899000" cy="8325000"/>
          </a:xfrm>
          <a:prstGeom prst="rect">
            <a:avLst/>
          </a:prstGeom>
        </p:spPr>
        <p:txBody>
          <a:bodyPr spcFirstLastPara="1" wrap="square" lIns="487600" tIns="487600" rIns="487600" bIns="487600" anchor="t" anchorCtr="0">
            <a:normAutofit/>
          </a:bodyPr>
          <a:lstStyle>
            <a:lvl1pPr marL="457200" lvl="0" indent="-838200" algn="ctr">
              <a:spcBef>
                <a:spcPts val="0"/>
              </a:spcBef>
              <a:spcAft>
                <a:spcPts val="0"/>
              </a:spcAft>
              <a:buSzPts val="9600"/>
              <a:buChar char="●"/>
              <a:defRPr sz="9600"/>
            </a:lvl1pPr>
            <a:lvl2pPr marL="914400" lvl="1" indent="-702733" algn="ctr">
              <a:spcBef>
                <a:spcPts val="0"/>
              </a:spcBef>
              <a:spcAft>
                <a:spcPts val="0"/>
              </a:spcAft>
              <a:buSzPts val="7467"/>
              <a:buChar char="○"/>
              <a:defRPr sz="7466"/>
            </a:lvl2pPr>
            <a:lvl3pPr marL="1371600" lvl="2" indent="-702733" algn="ctr">
              <a:spcBef>
                <a:spcPts val="0"/>
              </a:spcBef>
              <a:spcAft>
                <a:spcPts val="0"/>
              </a:spcAft>
              <a:buSzPts val="7467"/>
              <a:buChar char="■"/>
              <a:defRPr sz="7466"/>
            </a:lvl3pPr>
            <a:lvl4pPr marL="1828800" lvl="3" indent="-702733" algn="ctr">
              <a:spcBef>
                <a:spcPts val="0"/>
              </a:spcBef>
              <a:spcAft>
                <a:spcPts val="0"/>
              </a:spcAft>
              <a:buSzPts val="7467"/>
              <a:buChar char="●"/>
              <a:defRPr sz="7466"/>
            </a:lvl4pPr>
            <a:lvl5pPr marL="2286000" lvl="4" indent="-702733" algn="ctr">
              <a:spcBef>
                <a:spcPts val="0"/>
              </a:spcBef>
              <a:spcAft>
                <a:spcPts val="0"/>
              </a:spcAft>
              <a:buSzPts val="7467"/>
              <a:buChar char="○"/>
              <a:defRPr sz="7466"/>
            </a:lvl5pPr>
            <a:lvl6pPr marL="2743200" lvl="5" indent="-702733" algn="ctr">
              <a:spcBef>
                <a:spcPts val="0"/>
              </a:spcBef>
              <a:spcAft>
                <a:spcPts val="0"/>
              </a:spcAft>
              <a:buSzPts val="7467"/>
              <a:buChar char="■"/>
              <a:defRPr sz="7466"/>
            </a:lvl6pPr>
            <a:lvl7pPr marL="3200400" lvl="6" indent="-702733" algn="ctr">
              <a:spcBef>
                <a:spcPts val="0"/>
              </a:spcBef>
              <a:spcAft>
                <a:spcPts val="0"/>
              </a:spcAft>
              <a:buSzPts val="7467"/>
              <a:buChar char="●"/>
              <a:defRPr sz="7466"/>
            </a:lvl7pPr>
            <a:lvl8pPr marL="3657600" lvl="7" indent="-702733" algn="ctr">
              <a:spcBef>
                <a:spcPts val="0"/>
              </a:spcBef>
              <a:spcAft>
                <a:spcPts val="0"/>
              </a:spcAft>
              <a:buSzPts val="7467"/>
              <a:buChar char="○"/>
              <a:defRPr sz="7466"/>
            </a:lvl8pPr>
            <a:lvl9pPr marL="4114800" lvl="8" indent="-702733" algn="ctr">
              <a:spcBef>
                <a:spcPts val="0"/>
              </a:spcBef>
              <a:spcAft>
                <a:spcPts val="0"/>
              </a:spcAft>
              <a:buSzPts val="7467"/>
              <a:buChar char="■"/>
              <a:defRPr sz="7466"/>
            </a:lvl9pPr>
          </a:lstStyle>
          <a:p>
            <a:endParaRPr/>
          </a:p>
        </p:txBody>
      </p:sp>
      <p:sp>
        <p:nvSpPr>
          <p:cNvPr id="47" name="Google Shape;47;p11"/>
          <p:cNvSpPr txBox="1">
            <a:spLocks noGrp="1"/>
          </p:cNvSpPr>
          <p:nvPr>
            <p:ph type="sldNum" idx="12"/>
          </p:nvPr>
        </p:nvSpPr>
        <p:spPr>
          <a:xfrm>
            <a:off x="40667798" y="29844588"/>
            <a:ext cx="2633700" cy="2519100"/>
          </a:xfrm>
          <a:prstGeom prst="rect">
            <a:avLst/>
          </a:prstGeom>
        </p:spPr>
        <p:txBody>
          <a:bodyPr spcFirstLastPara="1" wrap="square" lIns="487600" tIns="487600" rIns="487600" bIns="487600" anchor="ctr" anchorCtr="0">
            <a:normAutofit/>
          </a:bodyPr>
          <a:lstStyle>
            <a:lvl1pPr lvl="0">
              <a:buNone/>
              <a:defRPr sz="5333"/>
            </a:lvl1pPr>
            <a:lvl2pPr lvl="1">
              <a:buNone/>
              <a:defRPr sz="5333"/>
            </a:lvl2pPr>
            <a:lvl3pPr lvl="2">
              <a:buNone/>
              <a:defRPr sz="5333"/>
            </a:lvl3pPr>
            <a:lvl4pPr lvl="3">
              <a:buNone/>
              <a:defRPr sz="5333"/>
            </a:lvl4pPr>
            <a:lvl5pPr lvl="4">
              <a:buNone/>
              <a:defRPr sz="5333"/>
            </a:lvl5pPr>
            <a:lvl6pPr lvl="5">
              <a:buNone/>
              <a:defRPr sz="5333"/>
            </a:lvl6pPr>
            <a:lvl7pPr lvl="6">
              <a:buNone/>
              <a:defRPr sz="5333"/>
            </a:lvl7pPr>
            <a:lvl8pPr lvl="7">
              <a:buNone/>
              <a:defRPr sz="5333"/>
            </a:lvl8pPr>
            <a:lvl9pPr lvl="8">
              <a:buNone/>
              <a:defRPr sz="5333"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spTree>
      <p:nvGrpSpPr>
        <p:cNvPr id="1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>
            <a:spLocks noGrp="1"/>
          </p:cNvSpPr>
          <p:nvPr>
            <p:ph type="sldNum" idx="12"/>
          </p:nvPr>
        </p:nvSpPr>
        <p:spPr>
          <a:xfrm>
            <a:off x="40667798" y="29844588"/>
            <a:ext cx="2633700" cy="2519100"/>
          </a:xfrm>
          <a:prstGeom prst="rect">
            <a:avLst/>
          </a:prstGeom>
        </p:spPr>
        <p:txBody>
          <a:bodyPr spcFirstLastPara="1" wrap="square" lIns="487600" tIns="487600" rIns="487600" bIns="487600" anchor="ctr" anchorCtr="0">
            <a:normAutofit/>
          </a:bodyPr>
          <a:lstStyle>
            <a:lvl1pPr lvl="0">
              <a:buNone/>
              <a:defRPr sz="5333"/>
            </a:lvl1pPr>
            <a:lvl2pPr lvl="1">
              <a:buNone/>
              <a:defRPr sz="5333"/>
            </a:lvl2pPr>
            <a:lvl3pPr lvl="2">
              <a:buNone/>
              <a:defRPr sz="5333"/>
            </a:lvl3pPr>
            <a:lvl4pPr lvl="3">
              <a:buNone/>
              <a:defRPr sz="5333"/>
            </a:lvl4pPr>
            <a:lvl5pPr lvl="4">
              <a:buNone/>
              <a:defRPr sz="5333"/>
            </a:lvl5pPr>
            <a:lvl6pPr lvl="5">
              <a:buNone/>
              <a:defRPr sz="5333"/>
            </a:lvl6pPr>
            <a:lvl7pPr lvl="6">
              <a:buNone/>
              <a:defRPr sz="5333"/>
            </a:lvl7pPr>
            <a:lvl8pPr lvl="7">
              <a:buNone/>
              <a:defRPr sz="5333"/>
            </a:lvl8pPr>
            <a:lvl9pPr lvl="8">
              <a:buNone/>
              <a:defRPr sz="5333"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theme" Target="../theme/theme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simple-light-2"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1496160" y="2848160"/>
            <a:ext cx="40899000" cy="3665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87600" tIns="487600" rIns="487600" bIns="487600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933"/>
              <a:buNone/>
              <a:defRPr sz="14933">
                <a:solidFill>
                  <a:schemeClr val="dk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933"/>
              <a:buNone/>
              <a:defRPr sz="14933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933"/>
              <a:buNone/>
              <a:defRPr sz="14933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933"/>
              <a:buNone/>
              <a:defRPr sz="14933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933"/>
              <a:buNone/>
              <a:defRPr sz="14933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933"/>
              <a:buNone/>
              <a:defRPr sz="14933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933"/>
              <a:buNone/>
              <a:defRPr sz="14933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933"/>
              <a:buNone/>
              <a:defRPr sz="14933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933"/>
              <a:buNone/>
              <a:defRPr sz="14933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7" name="Google Shape;7;p1"/>
          <p:cNvSpPr txBox="1">
            <a:spLocks noGrp="1"/>
          </p:cNvSpPr>
          <p:nvPr>
            <p:ph type="body" idx="1"/>
          </p:nvPr>
        </p:nvSpPr>
        <p:spPr>
          <a:xfrm>
            <a:off x="1496160" y="7375840"/>
            <a:ext cx="40899000" cy="21864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87600" tIns="487600" rIns="487600" bIns="487600" anchor="t" anchorCtr="0">
            <a:normAutofit/>
          </a:bodyPr>
          <a:lstStyle>
            <a:lvl1pPr marL="457200" lvl="0" indent="-838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9600"/>
              <a:buChar char="●"/>
              <a:defRPr sz="9600">
                <a:solidFill>
                  <a:schemeClr val="dk2"/>
                </a:solidFill>
              </a:defRPr>
            </a:lvl1pPr>
            <a:lvl2pPr marL="914400" lvl="1" indent="-702733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467"/>
              <a:buChar char="○"/>
              <a:defRPr sz="7466">
                <a:solidFill>
                  <a:schemeClr val="dk2"/>
                </a:solidFill>
              </a:defRPr>
            </a:lvl2pPr>
            <a:lvl3pPr marL="1371600" lvl="2" indent="-702733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467"/>
              <a:buChar char="■"/>
              <a:defRPr sz="7466">
                <a:solidFill>
                  <a:schemeClr val="dk2"/>
                </a:solidFill>
              </a:defRPr>
            </a:lvl3pPr>
            <a:lvl4pPr marL="1828800" lvl="3" indent="-702733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467"/>
              <a:buChar char="●"/>
              <a:defRPr sz="7466">
                <a:solidFill>
                  <a:schemeClr val="dk2"/>
                </a:solidFill>
              </a:defRPr>
            </a:lvl4pPr>
            <a:lvl5pPr marL="2286000" lvl="4" indent="-702733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467"/>
              <a:buChar char="○"/>
              <a:defRPr sz="7466">
                <a:solidFill>
                  <a:schemeClr val="dk2"/>
                </a:solidFill>
              </a:defRPr>
            </a:lvl5pPr>
            <a:lvl6pPr marL="2743200" lvl="5" indent="-702733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467"/>
              <a:buChar char="■"/>
              <a:defRPr sz="7466">
                <a:solidFill>
                  <a:schemeClr val="dk2"/>
                </a:solidFill>
              </a:defRPr>
            </a:lvl6pPr>
            <a:lvl7pPr marL="3200400" lvl="6" indent="-702733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467"/>
              <a:buChar char="●"/>
              <a:defRPr sz="7466">
                <a:solidFill>
                  <a:schemeClr val="dk2"/>
                </a:solidFill>
              </a:defRPr>
            </a:lvl7pPr>
            <a:lvl8pPr marL="3657600" lvl="7" indent="-702733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467"/>
              <a:buChar char="○"/>
              <a:defRPr sz="7466">
                <a:solidFill>
                  <a:schemeClr val="dk2"/>
                </a:solidFill>
              </a:defRPr>
            </a:lvl8pPr>
            <a:lvl9pPr marL="4114800" lvl="8" indent="-702733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467"/>
              <a:buChar char="■"/>
              <a:defRPr sz="7466">
                <a:solidFill>
                  <a:schemeClr val="dk2"/>
                </a:solidFill>
              </a:defRPr>
            </a:lvl9pPr>
          </a:lstStyle>
          <a:p>
            <a:endParaRPr/>
          </a:p>
        </p:txBody>
      </p:sp>
      <p:sp>
        <p:nvSpPr>
          <p:cNvPr id="8" name="Google Shape;8;p1"/>
          <p:cNvSpPr txBox="1">
            <a:spLocks noGrp="1"/>
          </p:cNvSpPr>
          <p:nvPr>
            <p:ph type="sldNum" idx="12"/>
          </p:nvPr>
        </p:nvSpPr>
        <p:spPr>
          <a:xfrm>
            <a:off x="40667798" y="29844588"/>
            <a:ext cx="2633700" cy="2519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87600" tIns="487600" rIns="487600" bIns="487600" anchor="ctr" anchorCtr="0">
            <a:normAutofit/>
          </a:bodyPr>
          <a:lstStyle>
            <a:lvl1pPr lvl="0" algn="r">
              <a:buNone/>
              <a:defRPr sz="5333">
                <a:solidFill>
                  <a:schemeClr val="dk2"/>
                </a:solidFill>
              </a:defRPr>
            </a:lvl1pPr>
            <a:lvl2pPr lvl="1" algn="r">
              <a:buNone/>
              <a:defRPr sz="5333">
                <a:solidFill>
                  <a:schemeClr val="dk2"/>
                </a:solidFill>
              </a:defRPr>
            </a:lvl2pPr>
            <a:lvl3pPr lvl="2" algn="r">
              <a:buNone/>
              <a:defRPr sz="5333">
                <a:solidFill>
                  <a:schemeClr val="dk2"/>
                </a:solidFill>
              </a:defRPr>
            </a:lvl3pPr>
            <a:lvl4pPr lvl="3" algn="r">
              <a:buNone/>
              <a:defRPr sz="5333">
                <a:solidFill>
                  <a:schemeClr val="dk2"/>
                </a:solidFill>
              </a:defRPr>
            </a:lvl4pPr>
            <a:lvl5pPr lvl="4" algn="r">
              <a:buNone/>
              <a:defRPr sz="5333">
                <a:solidFill>
                  <a:schemeClr val="dk2"/>
                </a:solidFill>
              </a:defRPr>
            </a:lvl5pPr>
            <a:lvl6pPr lvl="5" algn="r">
              <a:buNone/>
              <a:defRPr sz="5333">
                <a:solidFill>
                  <a:schemeClr val="dk2"/>
                </a:solidFill>
              </a:defRPr>
            </a:lvl6pPr>
            <a:lvl7pPr lvl="6" algn="r">
              <a:buNone/>
              <a:defRPr sz="5333">
                <a:solidFill>
                  <a:schemeClr val="dk2"/>
                </a:solidFill>
              </a:defRPr>
            </a:lvl7pPr>
            <a:lvl8pPr lvl="7" algn="r">
              <a:buNone/>
              <a:defRPr sz="5333">
                <a:solidFill>
                  <a:schemeClr val="dk2"/>
                </a:solidFill>
              </a:defRPr>
            </a:lvl8pPr>
            <a:lvl9pPr lvl="8" algn="r">
              <a:buNone/>
              <a:defRPr sz="5333">
                <a:solidFill>
                  <a:schemeClr val="dk2"/>
                </a:solidFill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>
            <a:spLocks noGrp="1"/>
          </p:cNvSpPr>
          <p:nvPr>
            <p:ph type="title"/>
          </p:nvPr>
        </p:nvSpPr>
        <p:spPr>
          <a:xfrm>
            <a:off x="1496160" y="2848160"/>
            <a:ext cx="40899000" cy="3665400"/>
          </a:xfrm>
          <a:prstGeom prst="rect">
            <a:avLst/>
          </a:prstGeom>
        </p:spPr>
        <p:txBody>
          <a:bodyPr spcFirstLastPara="1" wrap="square" lIns="487600" tIns="487600" rIns="487600" bIns="487600" anchor="t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b="1">
                <a:solidFill>
                  <a:srgbClr val="FF0000"/>
                </a:solidFill>
              </a:rPr>
              <a:t>How to use this slide deck template</a:t>
            </a:r>
            <a:endParaRPr b="1">
              <a:solidFill>
                <a:srgbClr val="FF0000"/>
              </a:solidFill>
            </a:endParaRPr>
          </a:p>
        </p:txBody>
      </p:sp>
      <p:sp>
        <p:nvSpPr>
          <p:cNvPr id="55" name="Google Shape;55;p13"/>
          <p:cNvSpPr txBox="1">
            <a:spLocks noGrp="1"/>
          </p:cNvSpPr>
          <p:nvPr>
            <p:ph type="body" idx="1"/>
          </p:nvPr>
        </p:nvSpPr>
        <p:spPr>
          <a:xfrm>
            <a:off x="1496160" y="7375840"/>
            <a:ext cx="40899000" cy="21864900"/>
          </a:xfrm>
          <a:prstGeom prst="rect">
            <a:avLst/>
          </a:prstGeom>
        </p:spPr>
        <p:txBody>
          <a:bodyPr spcFirstLastPara="1" wrap="square" lIns="487600" tIns="487600" rIns="487600" bIns="487600" anchor="t" anchorCtr="0">
            <a:normAutofit fontScale="92500" lnSpcReduction="20000"/>
          </a:bodyPr>
          <a:lstStyle/>
          <a:p>
            <a:pPr marL="457200" lvl="0" indent="-838200" algn="l" rtl="0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600"/>
              <a:buFont typeface="Roboto"/>
              <a:buChar char="●"/>
            </a:pPr>
            <a:r>
              <a:rPr lang="en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Make a copy of this document</a:t>
            </a:r>
            <a:endParaRPr dirty="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457200" lvl="0" indent="-838200" algn="l" rtl="0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600"/>
              <a:buFont typeface="Roboto"/>
              <a:buChar char="●"/>
            </a:pPr>
            <a:r>
              <a:rPr lang="en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Edit the appropriate slide for your department’s project</a:t>
            </a:r>
            <a:endParaRPr dirty="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457200" lvl="0" indent="-838200" algn="l" rtl="0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600"/>
              <a:buFont typeface="Roboto"/>
              <a:buChar char="●"/>
            </a:pPr>
            <a:r>
              <a:rPr lang="en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Edit the year and project number in the top right corner</a:t>
            </a:r>
            <a:endParaRPr dirty="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914400" lvl="1" indent="-702733" algn="l" rtl="0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7467"/>
              <a:buFont typeface="Roboto"/>
              <a:buChar char="○"/>
            </a:pPr>
            <a:r>
              <a:rPr lang="en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Font family is “Roboto Condensed - Extra Bold”</a:t>
            </a:r>
            <a:endParaRPr dirty="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914400" lvl="1" indent="-702733" algn="l" rtl="0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7467"/>
              <a:buFont typeface="Roboto"/>
              <a:buChar char="○"/>
            </a:pPr>
            <a:r>
              <a:rPr lang="en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Font size is 100</a:t>
            </a:r>
            <a:endParaRPr dirty="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457200" lvl="0" indent="-838200" algn="l" rtl="0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600"/>
              <a:buFont typeface="Roboto"/>
              <a:buChar char="●"/>
            </a:pPr>
            <a:r>
              <a:rPr lang="en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Use the guides to properly align your department number</a:t>
            </a:r>
            <a:endParaRPr dirty="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914400" lvl="1" indent="-702733" algn="l" rtl="0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7467"/>
              <a:buFont typeface="Roboto"/>
              <a:buChar char="○"/>
            </a:pPr>
            <a:r>
              <a:rPr lang="en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To display guides, go to “View &gt; Guides &gt; Show guides”</a:t>
            </a:r>
          </a:p>
          <a:p>
            <a:pPr marL="457200" marR="0" lvl="0" indent="-838200" algn="l" defTabSz="914400" rtl="0" eaLnBrk="1" fontAlgn="auto" latinLnBrk="0" hangingPunct="1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00"/>
              <a:buFont typeface="Roboto"/>
              <a:buChar char="●"/>
              <a:tabLst/>
              <a:defRPr/>
            </a:pPr>
            <a:r>
              <a:rPr kumimoji="0" lang="en-US" sz="96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Roboto"/>
                <a:ea typeface="Roboto"/>
                <a:cs typeface="Roboto"/>
                <a:sym typeface="Roboto"/>
              </a:rPr>
              <a:t>Use the guidelines provided in Canvas to build your poster.  There are many examples on display on the 4</a:t>
            </a:r>
            <a:r>
              <a:rPr kumimoji="0" lang="en-US" sz="9600" b="0" i="0" u="none" strike="noStrike" kern="0" cap="none" spc="0" normalizeH="0" baseline="3000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Roboto"/>
                <a:ea typeface="Roboto"/>
                <a:cs typeface="Roboto"/>
                <a:sym typeface="Roboto"/>
              </a:rPr>
              <a:t>th</a:t>
            </a:r>
            <a:r>
              <a:rPr kumimoji="0" lang="en-US" sz="96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Roboto"/>
                <a:ea typeface="Roboto"/>
                <a:cs typeface="Roboto"/>
                <a:sym typeface="Roboto"/>
              </a:rPr>
              <a:t> floor of East Hall as well.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3">
            <a:alphaModFix/>
          </a:blip>
          <a:stretch>
            <a:fillRect/>
          </a:stretch>
        </a:blipFill>
        <a:effectLst/>
      </p:bgPr>
    </p:bg>
    <p:spTree>
      <p:nvGrpSpPr>
        <p:cNvPr id="1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6"/>
          <p:cNvSpPr txBox="1"/>
          <p:nvPr/>
        </p:nvSpPr>
        <p:spPr>
          <a:xfrm>
            <a:off x="39090592" y="884691"/>
            <a:ext cx="4806600" cy="1058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688"/>
              <a:buNone/>
            </a:pPr>
            <a:r>
              <a:rPr lang="en" sz="10000" dirty="0">
                <a:solidFill>
                  <a:schemeClr val="lt1"/>
                </a:solidFill>
                <a:latin typeface="Roboto Condensed ExtraBold"/>
                <a:ea typeface="Roboto Condensed ExtraBold"/>
                <a:cs typeface="Roboto Condensed ExtraBold"/>
              </a:rPr>
              <a:t>335</a:t>
            </a:r>
          </a:p>
        </p:txBody>
      </p:sp>
      <p:sp>
        <p:nvSpPr>
          <p:cNvPr id="3" name="Google Shape;24;g11a88963fa4_0_0">
            <a:extLst>
              <a:ext uri="{FF2B5EF4-FFF2-40B4-BE49-F238E27FC236}">
                <a16:creationId xmlns:a16="http://schemas.microsoft.com/office/drawing/2014/main" id="{C941C77A-29DC-44D1-B3E6-934B3EF22311}"/>
              </a:ext>
            </a:extLst>
          </p:cNvPr>
          <p:cNvSpPr txBox="1"/>
          <p:nvPr/>
        </p:nvSpPr>
        <p:spPr>
          <a:xfrm>
            <a:off x="957945" y="3409407"/>
            <a:ext cx="43107427" cy="252372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0"/>
              <a:buFont typeface="Arial"/>
              <a:buNone/>
            </a:pPr>
            <a:r>
              <a:rPr lang="en-US" sz="11000" b="1" i="0" u="none" strike="noStrike" cap="none" dirty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AI Agents for Bioinformatics</a:t>
            </a:r>
            <a:endParaRPr sz="2400" b="1" i="0" u="none" strike="noStrike" cap="none" dirty="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lvl="0">
              <a:buSzPts val="3600"/>
            </a:pPr>
            <a:r>
              <a:rPr lang="en-US" sz="3600" b="1" i="0" u="none" strike="noStrike" cap="none" dirty="0">
                <a:solidFill>
                  <a:srgbClr val="3C3C3B"/>
                </a:solidFill>
                <a:latin typeface="Arial"/>
                <a:ea typeface="Arial"/>
                <a:cs typeface="Arial"/>
                <a:sym typeface="Arial"/>
              </a:rPr>
              <a:t>Team members: </a:t>
            </a:r>
            <a:r>
              <a:rPr lang="en-US" sz="3600" i="0" u="none" strike="noStrike" cap="none" dirty="0" err="1">
                <a:solidFill>
                  <a:srgbClr val="3C3C3B"/>
                </a:solidFill>
                <a:latin typeface="Arial"/>
                <a:ea typeface="Arial"/>
                <a:cs typeface="Arial"/>
                <a:sym typeface="Arial"/>
              </a:rPr>
              <a:t>Ozi</a:t>
            </a:r>
            <a:r>
              <a:rPr lang="en-US" sz="3600" i="0" u="none" strike="noStrike" cap="none" dirty="0">
                <a:solidFill>
                  <a:srgbClr val="3C3C3B"/>
                </a:solidFill>
                <a:latin typeface="Arial"/>
                <a:ea typeface="Arial"/>
                <a:cs typeface="Arial"/>
                <a:sym typeface="Arial"/>
              </a:rPr>
              <a:t> Jawad, Carter Struck, Mack Hicks, Sona James</a:t>
            </a:r>
            <a:r>
              <a:rPr lang="en-US" sz="3600" b="0" i="0" u="none" strike="noStrike" cap="none" dirty="0">
                <a:solidFill>
                  <a:srgbClr val="3C3C3B"/>
                </a:solidFill>
                <a:latin typeface="Arial"/>
                <a:ea typeface="Arial"/>
                <a:cs typeface="Arial"/>
                <a:sym typeface="Arial"/>
              </a:rPr>
              <a:t>  |  </a:t>
            </a:r>
            <a:r>
              <a:rPr lang="en-US" sz="3600" b="1" i="0" u="none" strike="noStrike" cap="none" dirty="0">
                <a:solidFill>
                  <a:srgbClr val="3C3C3B"/>
                </a:solidFill>
                <a:latin typeface="Arial"/>
                <a:ea typeface="Arial"/>
                <a:cs typeface="Arial"/>
                <a:sym typeface="Arial"/>
              </a:rPr>
              <a:t>Faculty adviser: </a:t>
            </a:r>
            <a:r>
              <a:rPr lang="en-US" sz="3600" dirty="0">
                <a:solidFill>
                  <a:srgbClr val="3C3C3B"/>
                </a:solidFill>
                <a:latin typeface="Arial"/>
                <a:ea typeface="Arial"/>
                <a:cs typeface="Arial"/>
                <a:sym typeface="Arial"/>
              </a:rPr>
              <a:t>Tomasz </a:t>
            </a:r>
            <a:r>
              <a:rPr lang="en-US" sz="3600" dirty="0" err="1">
                <a:solidFill>
                  <a:srgbClr val="3C3C3B"/>
                </a:solidFill>
                <a:latin typeface="Arial"/>
                <a:ea typeface="Arial"/>
                <a:cs typeface="Arial"/>
                <a:sym typeface="Arial"/>
              </a:rPr>
              <a:t>Arodz</a:t>
            </a:r>
            <a:r>
              <a:rPr lang="en-US" sz="3600" dirty="0">
                <a:solidFill>
                  <a:srgbClr val="3C3C3B"/>
                </a:solidFill>
                <a:latin typeface="Arial"/>
                <a:ea typeface="Arial"/>
                <a:cs typeface="Arial"/>
                <a:sym typeface="Arial"/>
              </a:rPr>
              <a:t>, Ph.D.</a:t>
            </a:r>
            <a:r>
              <a:rPr lang="en-US" sz="3600" b="0" i="0" u="none" strike="noStrike" cap="none" dirty="0">
                <a:solidFill>
                  <a:srgbClr val="3C3C3B"/>
                </a:solidFill>
                <a:latin typeface="Arial"/>
                <a:ea typeface="Arial"/>
                <a:cs typeface="Arial"/>
                <a:sym typeface="Arial"/>
              </a:rPr>
              <a:t>  |  </a:t>
            </a:r>
            <a:r>
              <a:rPr lang="en-US" sz="3600" b="1" i="0" u="none" strike="noStrike" cap="none" dirty="0">
                <a:solidFill>
                  <a:srgbClr val="3C3C3B"/>
                </a:solidFill>
                <a:latin typeface="Arial"/>
                <a:ea typeface="Arial"/>
                <a:cs typeface="Arial"/>
                <a:sym typeface="Arial"/>
              </a:rPr>
              <a:t>Partner: </a:t>
            </a:r>
            <a:r>
              <a:rPr lang="en-US" sz="3600" b="0" i="0" u="none" strike="noStrike" cap="none" dirty="0">
                <a:solidFill>
                  <a:srgbClr val="3C3C3B"/>
                </a:solidFill>
                <a:latin typeface="Arial"/>
                <a:ea typeface="Arial"/>
                <a:cs typeface="Arial"/>
                <a:sym typeface="Arial"/>
              </a:rPr>
              <a:t>VCU College of Engineering  |  </a:t>
            </a:r>
            <a:r>
              <a:rPr lang="en-US" sz="3600" b="1" i="0" u="none" strike="noStrike" cap="none" dirty="0">
                <a:solidFill>
                  <a:srgbClr val="3C3C3B"/>
                </a:solidFill>
                <a:latin typeface="Arial"/>
                <a:ea typeface="Arial"/>
                <a:cs typeface="Arial"/>
                <a:sym typeface="Arial"/>
              </a:rPr>
              <a:t>Mentor: </a:t>
            </a:r>
            <a:r>
              <a:rPr lang="en-US" sz="3600" i="0" u="none" strike="noStrike" cap="none" dirty="0">
                <a:solidFill>
                  <a:srgbClr val="3C3C3B"/>
                </a:solidFill>
                <a:latin typeface="Arial"/>
                <a:ea typeface="Arial"/>
                <a:cs typeface="Arial"/>
                <a:sym typeface="Arial"/>
              </a:rPr>
              <a:t>Tomasz </a:t>
            </a:r>
            <a:r>
              <a:rPr lang="en-US" sz="3600" i="0" u="none" strike="noStrike" cap="none" dirty="0" err="1">
                <a:solidFill>
                  <a:srgbClr val="3C3C3B"/>
                </a:solidFill>
                <a:latin typeface="Arial"/>
                <a:ea typeface="Arial"/>
                <a:cs typeface="Arial"/>
                <a:sym typeface="Arial"/>
              </a:rPr>
              <a:t>Arodz</a:t>
            </a:r>
            <a:r>
              <a:rPr lang="en-US" sz="3600" i="0" u="none" strike="noStrike" cap="none" dirty="0">
                <a:solidFill>
                  <a:srgbClr val="3C3C3B"/>
                </a:solidFill>
                <a:latin typeface="Arial"/>
                <a:ea typeface="Arial"/>
                <a:cs typeface="Arial"/>
                <a:sym typeface="Arial"/>
              </a:rPr>
              <a:t>, </a:t>
            </a:r>
            <a:r>
              <a:rPr lang="en-US" sz="3600" i="0" u="none" strike="noStrike" cap="none" dirty="0" err="1">
                <a:solidFill>
                  <a:srgbClr val="3C3C3B"/>
                </a:solidFill>
                <a:latin typeface="Arial"/>
                <a:ea typeface="Arial"/>
                <a:cs typeface="Arial"/>
                <a:sym typeface="Arial"/>
              </a:rPr>
              <a:t>Ph.D</a:t>
            </a:r>
            <a:r>
              <a:rPr lang="en-US" sz="4800" b="0" i="0" u="none" strike="noStrike" cap="none" dirty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r>
              <a:rPr lang="en-US" sz="4800" b="1" i="0" u="none" strike="noStrike" cap="none" dirty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sz="4800" b="1" i="0" u="none" strike="noStrike" cap="none" dirty="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A9C56511-4C4D-531B-5BF2-6B0E17F4A68B}"/>
              </a:ext>
            </a:extLst>
          </p:cNvPr>
          <p:cNvSpPr txBox="1"/>
          <p:nvPr/>
        </p:nvSpPr>
        <p:spPr>
          <a:xfrm>
            <a:off x="1320800" y="6702576"/>
            <a:ext cx="11429568" cy="747897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800" b="1" dirty="0"/>
              <a:t>Objective</a:t>
            </a:r>
          </a:p>
          <a:p>
            <a:pPr marL="571500" indent="-571500">
              <a:buFont typeface="Arial" panose="020B0604020202020204" pitchFamily="34" charset="0"/>
              <a:buChar char="•"/>
            </a:pPr>
            <a:r>
              <a:rPr lang="en-US" sz="3600" dirty="0"/>
              <a:t>Develop a functional multi-agent AI system using open-source large language models (LLMs) capable of processing, coding, and interpreting genomic datasets.</a:t>
            </a:r>
          </a:p>
          <a:p>
            <a:pPr marL="571500" indent="-571500">
              <a:buFont typeface="Arial" panose="020B0604020202020204" pitchFamily="34" charset="0"/>
              <a:buChar char="•"/>
            </a:pPr>
            <a:r>
              <a:rPr lang="en-US" sz="3600" dirty="0"/>
              <a:t>Design and implement an AI-based tool that can automatically generate and execute Python code for bioinformatic tasks.</a:t>
            </a:r>
          </a:p>
          <a:p>
            <a:pPr marL="571500" indent="-571500">
              <a:buFont typeface="Arial" panose="020B0604020202020204" pitchFamily="34" charset="0"/>
              <a:buChar char="•"/>
            </a:pPr>
            <a:r>
              <a:rPr lang="en-US" sz="3600" dirty="0"/>
              <a:t>Deliver accurate and reliable solutions generated by the AI system.</a:t>
            </a:r>
          </a:p>
          <a:p>
            <a:pPr marL="571500" indent="-571500">
              <a:buFont typeface="Arial" panose="020B0604020202020204" pitchFamily="34" charset="0"/>
              <a:buChar char="•"/>
            </a:pPr>
            <a:r>
              <a:rPr lang="en-US" sz="3600" dirty="0"/>
              <a:t>Reduce time required to process and interpret data by 50% compared to traditional bioinformatic workflows.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FBFFED9C-0D6A-AF0D-00C8-0F6D0489D213}"/>
              </a:ext>
            </a:extLst>
          </p:cNvPr>
          <p:cNvSpPr txBox="1"/>
          <p:nvPr/>
        </p:nvSpPr>
        <p:spPr>
          <a:xfrm>
            <a:off x="1320800" y="15320319"/>
            <a:ext cx="11429568" cy="63709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800" b="1" dirty="0"/>
              <a:t>Problem</a:t>
            </a:r>
          </a:p>
          <a:p>
            <a:pPr marL="571500" indent="-571500">
              <a:buFont typeface="Arial" panose="020B0604020202020204" pitchFamily="34" charset="0"/>
              <a:buChar char="•"/>
            </a:pPr>
            <a:r>
              <a:rPr lang="en-US" sz="3600" dirty="0"/>
              <a:t>The problem is the complexity of current bioinformatic tasks dealing with large datasets.</a:t>
            </a:r>
          </a:p>
          <a:p>
            <a:pPr marL="571500" indent="-571500">
              <a:buFont typeface="Arial" panose="020B0604020202020204" pitchFamily="34" charset="0"/>
              <a:buChar char="•"/>
            </a:pPr>
            <a:r>
              <a:rPr lang="en-US" sz="3600" dirty="0"/>
              <a:t> The goal of the agent is to simplify this process for non-bioinformaticians working on genomic datasets that often require a bioinformatician to decipher.</a:t>
            </a:r>
          </a:p>
          <a:p>
            <a:pPr marL="571500" indent="-571500">
              <a:buFont typeface="Arial" panose="020B0604020202020204" pitchFamily="34" charset="0"/>
              <a:buChar char="•"/>
            </a:pPr>
            <a:r>
              <a:rPr lang="en-US" sz="3600" dirty="0"/>
              <a:t>To solve this problem, we propose a multi-agent AI system capable of reading genomic data, analyzing it, and producing useful and understandable insights. </a:t>
            </a:r>
          </a:p>
          <a:p>
            <a:pPr marL="571500" indent="-571500">
              <a:buFont typeface="Arial" panose="020B0604020202020204" pitchFamily="34" charset="0"/>
              <a:buChar char="•"/>
            </a:pPr>
            <a:endParaRPr lang="en-US" sz="3600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2E0D06EC-5F06-CF91-5ECD-58426E66E0C1}"/>
              </a:ext>
            </a:extLst>
          </p:cNvPr>
          <p:cNvSpPr txBox="1"/>
          <p:nvPr/>
        </p:nvSpPr>
        <p:spPr>
          <a:xfrm>
            <a:off x="29411261" y="7008467"/>
            <a:ext cx="11136086" cy="470898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800" b="1" dirty="0"/>
              <a:t>Design Constraints</a:t>
            </a:r>
          </a:p>
          <a:p>
            <a:pPr marL="571500" indent="-571500">
              <a:buFont typeface="Arial" panose="020B0604020202020204" pitchFamily="34" charset="0"/>
              <a:buChar char="•"/>
            </a:pPr>
            <a:r>
              <a:rPr lang="en-US" sz="3600" dirty="0"/>
              <a:t>Modal Must run on NVDIA A100 40GB</a:t>
            </a:r>
          </a:p>
          <a:p>
            <a:pPr marL="571500" indent="-571500">
              <a:buFont typeface="Arial" panose="020B0604020202020204" pitchFamily="34" charset="0"/>
              <a:buChar char="•"/>
            </a:pPr>
            <a:r>
              <a:rPr lang="en-US" sz="3600" dirty="0"/>
              <a:t>LLMs parameter sizes limited to 20 Billion</a:t>
            </a:r>
          </a:p>
          <a:p>
            <a:pPr marL="571500" indent="-571500">
              <a:buFont typeface="Arial" panose="020B0604020202020204" pitchFamily="34" charset="0"/>
              <a:buChar char="•"/>
            </a:pPr>
            <a:r>
              <a:rPr lang="en-US" sz="3600" dirty="0"/>
              <a:t>Open Source LLMs only</a:t>
            </a:r>
          </a:p>
          <a:p>
            <a:pPr marL="571500" indent="-571500">
              <a:buFont typeface="Arial" panose="020B0604020202020204" pitchFamily="34" charset="0"/>
              <a:buChar char="•"/>
            </a:pPr>
            <a:r>
              <a:rPr lang="en-US" sz="3600" dirty="0"/>
              <a:t>No Chinese LLMs</a:t>
            </a:r>
          </a:p>
          <a:p>
            <a:pPr marL="571500" indent="-571500">
              <a:buFont typeface="Arial" panose="020B0604020202020204" pitchFamily="34" charset="0"/>
              <a:buChar char="•"/>
            </a:pPr>
            <a:r>
              <a:rPr lang="en-US" sz="3600" dirty="0"/>
              <a:t>Reasonable completion speed for output</a:t>
            </a:r>
          </a:p>
          <a:p>
            <a:pPr marL="571500" indent="-571500">
              <a:buFont typeface="Arial" panose="020B0604020202020204" pitchFamily="34" charset="0"/>
              <a:buChar char="•"/>
            </a:pPr>
            <a:r>
              <a:rPr lang="en-US" sz="3600" dirty="0"/>
              <a:t>Agents must debug and produce runnable python code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13E59F9B-BB0D-15FA-4B88-666400FC6A86}"/>
              </a:ext>
            </a:extLst>
          </p:cNvPr>
          <p:cNvSpPr txBox="1"/>
          <p:nvPr/>
        </p:nvSpPr>
        <p:spPr>
          <a:xfrm>
            <a:off x="29411260" y="13972523"/>
            <a:ext cx="11593286" cy="680186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800" b="1" dirty="0"/>
              <a:t>Design Choices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3600" dirty="0"/>
              <a:t>We have chosen </a:t>
            </a:r>
            <a:r>
              <a:rPr lang="en-US" sz="3600" dirty="0" err="1"/>
              <a:t>StarCoder</a:t>
            </a:r>
            <a:r>
              <a:rPr lang="en-US" sz="3600" dirty="0"/>
              <a:t> for both the writing and the coding agents for system design purposes. 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3600" dirty="0"/>
              <a:t>This choice was made to ensure prototype alignment and reduce the system’s complexity while designing and testing the overall workflow of the system. 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3600" dirty="0"/>
              <a:t>Before testing other LLMs for our specified purposes, implementing the system with a single LLM allows us to build a robust system that links the two types of LLMs needed for our project’s purposes before attempting to try it on other LLMs.</a:t>
            </a:r>
          </a:p>
          <a:p>
            <a:br>
              <a:rPr lang="en-US" dirty="0"/>
            </a:br>
            <a:endParaRPr lang="en-US" dirty="0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07A4FEF2-FD39-37AB-A794-889FEEEB99A6}"/>
              </a:ext>
            </a:extLst>
          </p:cNvPr>
          <p:cNvSpPr txBox="1"/>
          <p:nvPr/>
        </p:nvSpPr>
        <p:spPr>
          <a:xfrm>
            <a:off x="15512771" y="6999183"/>
            <a:ext cx="11429568" cy="13018949"/>
          </a:xfrm>
          <a:prstGeom prst="rect">
            <a:avLst/>
          </a:prstGeom>
          <a:solidFill>
            <a:schemeClr val="tx2"/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sz="2800" b="1" u="sng" dirty="0"/>
              <a:t>Example Input Output</a:t>
            </a:r>
          </a:p>
          <a:p>
            <a:pPr algn="ctr"/>
            <a:r>
              <a:rPr lang="en-US" sz="2800" dirty="0"/>
              <a:t>Prompt: </a:t>
            </a:r>
            <a:r>
              <a:rPr lang="en-US" sz="2800" b="1" dirty="0"/>
              <a:t>Write a Python function that calculates the GC content given a DNA sequence.</a:t>
            </a:r>
          </a:p>
          <a:p>
            <a:r>
              <a:rPr lang="en-US" sz="2800" dirty="0"/>
              <a:t>def </a:t>
            </a:r>
            <a:r>
              <a:rPr lang="en-US" sz="2800" dirty="0" err="1"/>
              <a:t>gc_content</a:t>
            </a:r>
            <a:r>
              <a:rPr lang="en-US" sz="2800" dirty="0"/>
              <a:t>(seq):</a:t>
            </a:r>
            <a:br>
              <a:rPr lang="en-US" sz="2800" dirty="0"/>
            </a:br>
            <a:r>
              <a:rPr lang="en-US" sz="2800" dirty="0"/>
              <a:t>    # START_OF_FUNCTION</a:t>
            </a:r>
            <a:br>
              <a:rPr lang="en-US" sz="2800" dirty="0"/>
            </a:br>
            <a:r>
              <a:rPr lang="en-US" sz="2800" dirty="0"/>
              <a:t>    count = 0</a:t>
            </a:r>
            <a:br>
              <a:rPr lang="en-US" sz="2800" dirty="0"/>
            </a:br>
            <a:r>
              <a:rPr lang="en-US" sz="2800" dirty="0"/>
              <a:t>    for </a:t>
            </a:r>
            <a:r>
              <a:rPr lang="en-US" sz="2800" dirty="0" err="1"/>
              <a:t>i</a:t>
            </a:r>
            <a:r>
              <a:rPr lang="en-US" sz="2800" dirty="0"/>
              <a:t> in seq:</a:t>
            </a:r>
            <a:br>
              <a:rPr lang="en-US" sz="2800" dirty="0"/>
            </a:br>
            <a:r>
              <a:rPr lang="en-US" sz="2800" dirty="0"/>
              <a:t>        if </a:t>
            </a:r>
            <a:r>
              <a:rPr lang="en-US" sz="2800" dirty="0" err="1"/>
              <a:t>i</a:t>
            </a:r>
            <a:r>
              <a:rPr lang="en-US" sz="2800" dirty="0"/>
              <a:t> == "G" or </a:t>
            </a:r>
            <a:r>
              <a:rPr lang="en-US" sz="2800" dirty="0" err="1"/>
              <a:t>i</a:t>
            </a:r>
            <a:r>
              <a:rPr lang="en-US" sz="2800" dirty="0"/>
              <a:t> == "C":</a:t>
            </a:r>
            <a:br>
              <a:rPr lang="en-US" sz="2800" dirty="0"/>
            </a:br>
            <a:r>
              <a:rPr lang="en-US" sz="2800" dirty="0"/>
              <a:t>            count += 1</a:t>
            </a:r>
            <a:br>
              <a:rPr lang="en-US" sz="2800" dirty="0"/>
            </a:br>
            <a:r>
              <a:rPr lang="en-US" sz="2800" dirty="0"/>
              <a:t>    return count / </a:t>
            </a:r>
            <a:r>
              <a:rPr lang="en-US" sz="2800" dirty="0" err="1"/>
              <a:t>len</a:t>
            </a:r>
            <a:r>
              <a:rPr lang="en-US" sz="2800" dirty="0"/>
              <a:t>(seq) * 100</a:t>
            </a:r>
            <a:br>
              <a:rPr lang="en-US" sz="2800" dirty="0"/>
            </a:br>
            <a:br>
              <a:rPr lang="en-US" sz="2800" dirty="0"/>
            </a:br>
            <a:r>
              <a:rPr lang="en-US" sz="2800" dirty="0"/>
              <a:t># End the function after implementation with marker</a:t>
            </a:r>
            <a:br>
              <a:rPr lang="en-US" sz="2800" dirty="0"/>
            </a:br>
            <a:r>
              <a:rPr lang="en-US" sz="2800" dirty="0"/>
              <a:t># END_OF_FUNCTION</a:t>
            </a:r>
            <a:br>
              <a:rPr lang="en-US" sz="2800" dirty="0"/>
            </a:br>
            <a:br>
              <a:rPr lang="en-US" sz="2800" dirty="0"/>
            </a:br>
            <a:r>
              <a:rPr lang="en-US" sz="2800" dirty="0"/>
              <a:t># Example DNA sequences to test the function</a:t>
            </a:r>
            <a:br>
              <a:rPr lang="en-US" sz="2800" dirty="0"/>
            </a:br>
            <a:r>
              <a:rPr lang="en-US" sz="2800" dirty="0"/>
              <a:t>dna1 = "ATGCGC"</a:t>
            </a:r>
            <a:br>
              <a:rPr lang="en-US" sz="2800" dirty="0"/>
            </a:br>
            <a:r>
              <a:rPr lang="en-US" sz="2800" dirty="0"/>
              <a:t>dna2 = "ATATAT"</a:t>
            </a:r>
            <a:br>
              <a:rPr lang="en-US" sz="2800" dirty="0"/>
            </a:br>
            <a:r>
              <a:rPr lang="en-US" sz="2800" dirty="0"/>
              <a:t>dna3 = "GGCCGGCC"</a:t>
            </a:r>
            <a:br>
              <a:rPr lang="en-US" sz="2800" dirty="0"/>
            </a:br>
            <a:br>
              <a:rPr lang="en-US" sz="2800" dirty="0"/>
            </a:br>
            <a:r>
              <a:rPr lang="en-US" sz="2800" dirty="0"/>
              <a:t># Test the function</a:t>
            </a:r>
            <a:br>
              <a:rPr lang="en-US" sz="2800" dirty="0"/>
            </a:br>
            <a:r>
              <a:rPr lang="en-US" sz="2800" dirty="0"/>
              <a:t>print(</a:t>
            </a:r>
            <a:r>
              <a:rPr lang="en-US" sz="2800" dirty="0" err="1"/>
              <a:t>f"GC</a:t>
            </a:r>
            <a:r>
              <a:rPr lang="en-US" sz="2800" dirty="0"/>
              <a:t> content of {dna1}: {</a:t>
            </a:r>
            <a:r>
              <a:rPr lang="en-US" sz="2800" dirty="0" err="1"/>
              <a:t>gc_content</a:t>
            </a:r>
            <a:r>
              <a:rPr lang="en-US" sz="2800" dirty="0"/>
              <a:t>(dna1):.2f}%")</a:t>
            </a:r>
            <a:br>
              <a:rPr lang="en-US" sz="2800" dirty="0"/>
            </a:br>
            <a:r>
              <a:rPr lang="en-US" sz="2800" dirty="0"/>
              <a:t>print(</a:t>
            </a:r>
            <a:r>
              <a:rPr lang="en-US" sz="2800" dirty="0" err="1"/>
              <a:t>f"GC</a:t>
            </a:r>
            <a:r>
              <a:rPr lang="en-US" sz="2800" dirty="0"/>
              <a:t> content of {dna2}: {</a:t>
            </a:r>
            <a:r>
              <a:rPr lang="en-US" sz="2800" dirty="0" err="1"/>
              <a:t>gc_content</a:t>
            </a:r>
            <a:r>
              <a:rPr lang="en-US" sz="2800" dirty="0"/>
              <a:t>(dna2):.2f}%")</a:t>
            </a:r>
            <a:br>
              <a:rPr lang="en-US" sz="2800" dirty="0"/>
            </a:br>
            <a:r>
              <a:rPr lang="en-US" sz="2800" dirty="0"/>
              <a:t>print(</a:t>
            </a:r>
            <a:r>
              <a:rPr lang="en-US" sz="2800" dirty="0" err="1"/>
              <a:t>f"GC</a:t>
            </a:r>
            <a:r>
              <a:rPr lang="en-US" sz="2800" dirty="0"/>
              <a:t> content of {dna3}: {</a:t>
            </a:r>
            <a:r>
              <a:rPr lang="en-US" sz="2800" dirty="0" err="1"/>
              <a:t>gc_content</a:t>
            </a:r>
            <a:r>
              <a:rPr lang="en-US" sz="2800" dirty="0"/>
              <a:t>(dna3):.2f}%")</a:t>
            </a:r>
            <a:br>
              <a:rPr lang="en-US" sz="2800" dirty="0"/>
            </a:br>
            <a:br>
              <a:rPr lang="en-US" sz="2800" dirty="0"/>
            </a:br>
            <a:r>
              <a:rPr lang="en-US" sz="2800" dirty="0"/>
              <a:t>OUTPUT:</a:t>
            </a:r>
          </a:p>
          <a:p>
            <a:pPr algn="ctr"/>
            <a:br>
              <a:rPr lang="en-US" sz="2800" dirty="0"/>
            </a:br>
            <a:r>
              <a:rPr lang="en-US" sz="2800" dirty="0"/>
              <a:t>GC content of ATGCGC: 66.67%</a:t>
            </a:r>
            <a:br>
              <a:rPr lang="en-US" sz="2800" dirty="0"/>
            </a:br>
            <a:r>
              <a:rPr lang="en-US" sz="2800" dirty="0"/>
              <a:t>GC content of ATATAT: 0.00%</a:t>
            </a:r>
            <a:br>
              <a:rPr lang="en-US" sz="2800" dirty="0"/>
            </a:br>
            <a:r>
              <a:rPr lang="en-US" sz="2800" dirty="0"/>
              <a:t>GC content of GGCCGGCC: 100.00%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42330BC0-5C86-85AA-C788-048DE4BC8754}"/>
              </a:ext>
            </a:extLst>
          </p:cNvPr>
          <p:cNvSpPr txBox="1"/>
          <p:nvPr/>
        </p:nvSpPr>
        <p:spPr>
          <a:xfrm>
            <a:off x="30559060" y="21851976"/>
            <a:ext cx="5467676" cy="1046440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n-US" sz="4800" b="1" dirty="0"/>
              <a:t>Goal Design</a:t>
            </a:r>
            <a:endParaRPr lang="en-US" dirty="0"/>
          </a:p>
          <a:p>
            <a:pPr algn="ctr"/>
            <a:endParaRPr 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4DFFB1CA-E567-B7EB-856D-16E3CAFC7F98}"/>
              </a:ext>
            </a:extLst>
          </p:cNvPr>
          <p:cNvSpPr txBox="1"/>
          <p:nvPr/>
        </p:nvSpPr>
        <p:spPr>
          <a:xfrm>
            <a:off x="7864463" y="21851976"/>
            <a:ext cx="5467676" cy="1046440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n-US" sz="4800" b="1" dirty="0"/>
              <a:t>Current Design</a:t>
            </a:r>
            <a:endParaRPr lang="en-US" dirty="0"/>
          </a:p>
          <a:p>
            <a:pPr algn="ctr"/>
            <a:endParaRPr lang="en-US"/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316BF65B-4F0F-B606-7703-CB284326C07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3426888" y="22903347"/>
            <a:ext cx="19147890" cy="7005630"/>
          </a:xfrm>
          <a:prstGeom prst="rect">
            <a:avLst/>
          </a:prstGeom>
          <a:ln w="228600" cap="sq" cmpd="thickThin">
            <a:solidFill>
              <a:srgbClr val="000000"/>
            </a:solidFill>
            <a:prstDash val="solid"/>
            <a:miter lim="800000"/>
          </a:ln>
          <a:effectLst>
            <a:innerShdw blurRad="76200">
              <a:srgbClr val="000000"/>
            </a:innerShdw>
          </a:effectLst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D28300BF-DF68-8118-9A7A-97F9A1C56311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476709" y="22896573"/>
            <a:ext cx="19321916" cy="4820954"/>
          </a:xfrm>
          <a:prstGeom prst="rect">
            <a:avLst/>
          </a:prstGeom>
          <a:ln w="228600" cap="sq" cmpd="thickThin">
            <a:solidFill>
              <a:srgbClr val="000000"/>
            </a:solidFill>
            <a:prstDash val="solid"/>
            <a:miter lim="800000"/>
          </a:ln>
          <a:effectLst>
            <a:innerShdw blurRad="76200">
              <a:srgbClr val="000000"/>
            </a:innerShdw>
          </a:effectLst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114</TotalTime>
  <Words>620</Words>
  <Application>Microsoft Office PowerPoint</Application>
  <PresentationFormat>Custom</PresentationFormat>
  <Paragraphs>37</Paragraphs>
  <Slides>2</Slides>
  <Notes>2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3" baseType="lpstr">
      <vt:lpstr>Simple Light</vt:lpstr>
      <vt:lpstr>How to use this slide deck template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How to use this slide deck template</dc:title>
  <dc:creator>Bradley Nichols</dc:creator>
  <cp:lastModifiedBy>Mack Hicks</cp:lastModifiedBy>
  <cp:revision>35</cp:revision>
  <dcterms:modified xsi:type="dcterms:W3CDTF">2025-11-13T17:45:48Z</dcterms:modified>
</cp:coreProperties>
</file>