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43891200" cy="32918400"/>
  <p:notesSz cx="7102475" cy="9388475"/>
  <p:embeddedFontLst>
    <p:embeddedFont>
      <p:font typeface="Roboto Condensed ExtraBold" panose="02000000000000000000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/>
    <p:restoredTop sz="94595"/>
  </p:normalViewPr>
  <p:slideViewPr>
    <p:cSldViewPr snapToGrid="0">
      <p:cViewPr>
        <p:scale>
          <a:sx n="27" d="100"/>
          <a:sy n="27" d="100"/>
        </p:scale>
        <p:origin x="672" y="-568"/>
      </p:cViewPr>
      <p:guideLst>
        <p:guide orient="horz" pos="1224"/>
        <p:guide pos="24336"/>
        <p:guide pos="24624"/>
      </p:guideLst>
    </p:cSldViewPr>
  </p:slideViewPr>
  <p:notesTextViewPr>
    <p:cViewPr>
      <p:scale>
        <a:sx n="40" d="100"/>
        <a:sy n="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993605"/>
              </p:ext>
            </p:extLst>
          </p:nvPr>
        </p:nvGraphicFramePr>
        <p:xfrm>
          <a:off x="28405880" y="8101360"/>
          <a:ext cx="14113710" cy="24059487"/>
        </p:xfrm>
        <a:graphic>
          <a:graphicData uri="http://schemas.openxmlformats.org/drawingml/2006/table">
            <a:tbl>
              <a:tblPr/>
              <a:tblGrid>
                <a:gridCol w="14113710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24059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/>
                        <a:t>Genomic Pattern Analysis: </a:t>
                      </a:r>
                      <a:r>
                        <a:rPr lang="en-US" sz="2800" b="0" dirty="0"/>
                        <a:t>EcoRI Restriction Site Identification</a:t>
                      </a:r>
                      <a:endParaRPr lang="en-US" sz="2800" b="0" u="none" dirty="0"/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python3 main.py input/sequences.fasta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BioAgent - Multi-Agent LLM Analysis System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Loading checkpoint shards: 100%|██████████████████████| 5/5 [00:16&lt;00:00,  3.39s/it]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Detected file format: FASTA</a:t>
                      </a:r>
                    </a:p>
                    <a:p>
                      <a:pPr algn="ctr"/>
                      <a:r>
                        <a:rPr lang="en-US" sz="2800" b="1" u="none" dirty="0"/>
                        <a:t>File: sequences.fasta</a:t>
                      </a:r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/>
                        <a:t>What type of analysis would you like to perform?</a:t>
                      </a:r>
                    </a:p>
                    <a:p>
                      <a:pPr algn="ctr"/>
                      <a:r>
                        <a:rPr lang="en-US" sz="2800" b="1" u="none" dirty="0"/>
                        <a:t>  [1] GC content analysis &amp; restriction site detection</a:t>
                      </a:r>
                    </a:p>
                    <a:p>
                      <a:pPr algn="ctr"/>
                      <a:r>
                        <a:rPr lang="en-US" sz="2800" b="1" u="none" dirty="0"/>
                        <a:t>  [2] Sequence length statistics</a:t>
                      </a:r>
                    </a:p>
                    <a:p>
                      <a:pPr algn="ctr"/>
                      <a:r>
                        <a:rPr lang="en-US" sz="2800" b="1" u="none" dirty="0"/>
                        <a:t>  [3] Custom (describe your own)</a:t>
                      </a:r>
                    </a:p>
                    <a:p>
                      <a:pPr algn="ctr"/>
                      <a:endParaRPr lang="en-US" sz="1600" b="1" u="none" dirty="0"/>
                    </a:p>
                    <a:p>
                      <a:pPr algn="ctr"/>
                      <a:r>
                        <a:rPr lang="en-US" sz="2800" b="1" u="none" dirty="0"/>
                        <a:t>Select an option (number): 3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Describe what you want to do with the data:</a:t>
                      </a:r>
                    </a:p>
                    <a:p>
                      <a:pPr algn="ctr"/>
                      <a:r>
                        <a:rPr lang="en-US" sz="2800" b="1" u="none" dirty="0"/>
                        <a:t>&gt; Write a Python function that reads a sequences.fasta file and identifies sequences containing the EcoRI restriction site ("GAATTC"), returning the sequence IDs and positions of the sites for downstream genetic analysis.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How would you like the output?</a:t>
                      </a:r>
                    </a:p>
                    <a:p>
                      <a:pPr algn="ctr"/>
                      <a:r>
                        <a:rPr lang="en-US" sz="2800" b="1" u="none" dirty="0"/>
                        <a:t>  [1] Print results to terminal</a:t>
                      </a:r>
                    </a:p>
                    <a:p>
                      <a:pPr algn="ctr"/>
                      <a:r>
                        <a:rPr lang="en-US" sz="2800" b="1" u="none" dirty="0"/>
                        <a:t>  [2] Save to an output file</a:t>
                      </a:r>
                    </a:p>
                    <a:p>
                      <a:pPr algn="ctr"/>
                      <a:r>
                        <a:rPr lang="en-US" sz="2800" b="1" u="none" dirty="0"/>
                        <a:t>  [3] Both</a:t>
                      </a:r>
                    </a:p>
                    <a:p>
                      <a:pPr algn="ctr"/>
                      <a:r>
                        <a:rPr lang="en-US" sz="2800" b="1" u="none" dirty="0"/>
                        <a:t>Select (1, 2, or 3): 1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/>
                        <a:t>Final query: Write a Python function that reads a sequences.fasta file and identifies sequences containing the EcoRI restriction site ("GAATTC"), returning the sequence IDs and positions of the sites for downstream genetic analysis. The input file is sequences.fasta.</a:t>
                      </a:r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  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Blueprint generated (11s)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Code generated (9s)    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Attempt 1 failed (6s)                                  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FF0000"/>
                          </a:solidFill>
                        </a:rPr>
                        <a:t>Attempt 1 failed — asking AI to fix the code...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Revised code generated (9s)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Execution succeeded (6s)                               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RESULTS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Generated script saved to: output/solution.py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--- Solution Output ---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seq1, EcoRI sites: [11, 34]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seq2, EcoRI sites: [14]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seq3, EcoRI sites: [12]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seq4, EcoRI sites: [16]</a:t>
                      </a: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Carter Struck, Ozi Jawad,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Arodz,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Arodz, 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957945" y="7926787"/>
            <a:ext cx="13705993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Professionals in medicine, forensics, and pharmacology increasingly need to extract insights from genomic data, but doing so requires specialized bioinformatics training and programming expertise they do not have.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Existing tools like Biopython and BioPerl still demand manual setup and coding knowledge, leaving no private AI-driven solution for users who understand their data but cannot write analysis scripts from scratch.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developed a multi-agent AI system that allows users to provide a genomic dataset and describe their analysis goal in plain English. This system automatically generates, debugs, and executes Python code, returning clear and interpretable results.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system supports standard genomic file formats and aims to reduce the time required to go from raw data to actionable insight by at least 50% compared to traditional bioinformatic workflows that depend on a specialist.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14965248" y="7801110"/>
            <a:ext cx="1292228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a single NVIDIA A100 GPU 40GB VRAM provided by VCU.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capped at 20 billion parameters to fit in memory.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permissively licensed models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Autonomously generate, debug, and re-attempt code up to 3 times.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Handle FASTA, VCF, and CSV/TSV without data loss.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Analyses must complete in minutes, not hours.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14965248" y="13761937"/>
            <a:ext cx="12922281" cy="52937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Llama 3.1 Pro Coder (8B parameters) powers both the Writer and Coder agents.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 model, simpler deployment, lower memory footprint.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NF4 4-bit quantization via BitsAndBytes cuts memory usage ~75%.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Python as the target language for its dominance in bioinformatics (Biopython, pandas, NumPy).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All generated code runs in an isolated sandbox with its own virtual environment.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BE3CFA-C696-2DC5-8DFE-474469302A6E}"/>
              </a:ext>
            </a:extLst>
          </p:cNvPr>
          <p:cNvCxnSpPr>
            <a:cxnSpLocks/>
          </p:cNvCxnSpPr>
          <p:nvPr/>
        </p:nvCxnSpPr>
        <p:spPr>
          <a:xfrm flipH="1">
            <a:off x="14530804" y="6383867"/>
            <a:ext cx="118285" cy="247057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EF6C07-B31A-2E45-14DB-E6DC358389D4}"/>
              </a:ext>
            </a:extLst>
          </p:cNvPr>
          <p:cNvSpPr/>
          <p:nvPr/>
        </p:nvSpPr>
        <p:spPr>
          <a:xfrm>
            <a:off x="957945" y="6603896"/>
            <a:ext cx="13271549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 &amp; Objective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8BBEEA-B1CB-7B61-87EC-1374D17499ED}"/>
              </a:ext>
            </a:extLst>
          </p:cNvPr>
          <p:cNvCxnSpPr>
            <a:cxnSpLocks/>
          </p:cNvCxnSpPr>
          <p:nvPr/>
        </p:nvCxnSpPr>
        <p:spPr>
          <a:xfrm>
            <a:off x="957945" y="6383867"/>
            <a:ext cx="4159023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6D0E2B-869A-4F89-F263-764C5C88E597}"/>
              </a:ext>
            </a:extLst>
          </p:cNvPr>
          <p:cNvSpPr/>
          <p:nvPr/>
        </p:nvSpPr>
        <p:spPr>
          <a:xfrm>
            <a:off x="14959584" y="6603896"/>
            <a:ext cx="12957048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Design Constraints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C83E0FE-5398-C646-AC68-70928A1FD1BB}"/>
              </a:ext>
            </a:extLst>
          </p:cNvPr>
          <p:cNvSpPr/>
          <p:nvPr/>
        </p:nvSpPr>
        <p:spPr>
          <a:xfrm>
            <a:off x="14961193" y="12435066"/>
            <a:ext cx="12957048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 Choices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38BAC7C-D618-2350-98C7-C618FD7A9910}"/>
              </a:ext>
            </a:extLst>
          </p:cNvPr>
          <p:cNvSpPr/>
          <p:nvPr/>
        </p:nvSpPr>
        <p:spPr>
          <a:xfrm>
            <a:off x="957945" y="17607616"/>
            <a:ext cx="13267494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Final Design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8E9B7C-FFB7-2D6F-2996-5DE799C26BBB}"/>
              </a:ext>
            </a:extLst>
          </p:cNvPr>
          <p:cNvSpPr/>
          <p:nvPr/>
        </p:nvSpPr>
        <p:spPr>
          <a:xfrm>
            <a:off x="28376097" y="6599269"/>
            <a:ext cx="14194983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Example System Execution 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5BD08A-D0B8-957C-B30B-66C8C2D0F74A}"/>
              </a:ext>
            </a:extLst>
          </p:cNvPr>
          <p:cNvCxnSpPr>
            <a:cxnSpLocks/>
          </p:cNvCxnSpPr>
          <p:nvPr/>
        </p:nvCxnSpPr>
        <p:spPr>
          <a:xfrm flipH="1">
            <a:off x="28092792" y="6383867"/>
            <a:ext cx="56353" cy="247057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BE3FC3E-1A02-432F-7AFF-BE4FF9B5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630" y="19039312"/>
            <a:ext cx="11783864" cy="10713179"/>
          </a:xfrm>
          <a:prstGeom prst="rect">
            <a:avLst/>
          </a:prstGeom>
        </p:spPr>
      </p:pic>
      <p:sp>
        <p:nvSpPr>
          <p:cNvPr id="18" name="Rounded Rectangle 23">
            <a:extLst>
              <a:ext uri="{FF2B5EF4-FFF2-40B4-BE49-F238E27FC236}">
                <a16:creationId xmlns:a16="http://schemas.microsoft.com/office/drawing/2014/main" id="{6C2E6136-EBD0-91EF-F49C-73CA96D75E65}"/>
              </a:ext>
            </a:extLst>
          </p:cNvPr>
          <p:cNvSpPr/>
          <p:nvPr/>
        </p:nvSpPr>
        <p:spPr>
          <a:xfrm>
            <a:off x="14961193" y="18764666"/>
            <a:ext cx="12957048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998D33-F1B4-729D-C6A8-051FDA508249}"/>
              </a:ext>
            </a:extLst>
          </p:cNvPr>
          <p:cNvSpPr txBox="1"/>
          <p:nvPr/>
        </p:nvSpPr>
        <p:spPr>
          <a:xfrm>
            <a:off x="14961193" y="20031357"/>
            <a:ext cx="12843797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Only Supports FASTA, VCF, and CSV/TSV – no FASTQ or BAM files.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LLM may generate incorrect code that passes execution but produces biologically wrong results – always verify outputs.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single-file inputs; multi-file or pipeline workflows are not supported.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Large datasets may exceed memory or cause long runtimes.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Analyses are limited to what Python libraries can accomplish in a single script.</a:t>
            </a:r>
            <a:endParaRPr lang="en-US" dirty="0"/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177E1F27-3575-1993-1ED9-7936CC66779B}"/>
              </a:ext>
            </a:extLst>
          </p:cNvPr>
          <p:cNvSpPr/>
          <p:nvPr/>
        </p:nvSpPr>
        <p:spPr>
          <a:xfrm>
            <a:off x="14961193" y="26360957"/>
            <a:ext cx="12957048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How to Run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995B24-3B2C-9CCA-E427-E4123DF00A34}"/>
              </a:ext>
            </a:extLst>
          </p:cNvPr>
          <p:cNvSpPr txBox="1"/>
          <p:nvPr/>
        </p:nvSpPr>
        <p:spPr>
          <a:xfrm>
            <a:off x="14961193" y="27661298"/>
            <a:ext cx="12766837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Place your data file in the input/ folder and run:                      python3 main.py input/&lt;your_file&gt;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Select a preset analysis or describe your own.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Results display in the terminal and the generated script saves to output/solution.py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807</Words>
  <Application>Microsoft Macintosh PowerPoint</Application>
  <PresentationFormat>Custom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 Condensed ExtraBold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Sona James</cp:lastModifiedBy>
  <cp:revision>156</cp:revision>
  <dcterms:modified xsi:type="dcterms:W3CDTF">2026-03-27T23:21:57Z</dcterms:modified>
</cp:coreProperties>
</file>